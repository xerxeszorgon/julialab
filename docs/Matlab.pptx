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96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CF6D86-11ED-1C48-4D05-02D12C430F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BDC7C2-F585-BF60-355C-A7410751A9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53DC4A-7618-71DD-FF1C-8DF6A45956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1F58B-7BFD-4011-B116-3C6E286CC84E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77C71D-A597-7460-7966-36024B8C49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B58FC8-1FC1-01C7-EAA5-9D6CE84BB4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CE74B-51B0-45C8-9D99-747B626DDD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0716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0338A5-6BF8-AD63-AC6D-97B9655849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D94E07-427A-EF6F-0A35-F3BF7ACAF7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B3ECCC-F7CE-7453-A5F1-0EBAA7BBCD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1F58B-7BFD-4011-B116-3C6E286CC84E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28224C-8B20-DFA6-9382-8E2C605D3D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4A05CC-B4CD-633D-05BF-8FB70A207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CE74B-51B0-45C8-9D99-747B626DDD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68995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23B6E-EB21-A18D-CE84-D65A2E53EA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8A71A8-34EA-9D38-59E6-BE837F2F77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1D72B3-6333-005D-2578-AF8A6242ED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1F58B-7BFD-4011-B116-3C6E286CC84E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F8F9FE-CA22-91F8-A68A-F9EFBFDA8B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2A7C65-A878-2609-47F3-DD7E92A701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CE74B-51B0-45C8-9D99-747B626DDD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39947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380AF3-D4FA-1129-8AA0-DD8C9E5B67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A91FA9-18DB-B8D6-1603-82BDCCFE7F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FF804C-280C-2EE5-EEAE-25F3EBE0E3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9BB4E4-5E3E-F8F3-043A-FDAEEB1E91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1F58B-7BFD-4011-B116-3C6E286CC84E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C81BEB-FD70-62F2-A534-3AD6AF87BA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A1C2CF-8411-6924-0E1B-42227214C8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CE74B-51B0-45C8-9D99-747B626DDD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45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2FE80C-50AE-7599-2BA0-9BFF3CEB7E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410CD6-71E4-FB71-6F03-A6816CAAA3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F74A37-C0BF-98A2-0532-728B4A2BA5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6E50B7A-3D4C-F3C9-9628-F3E99CC0EA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E1E641C-66F2-CFE3-15CE-8F76899CAAA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B295846-C363-EF11-43F2-B6F29C7EAF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1F58B-7BFD-4011-B116-3C6E286CC84E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C1CA743-3F50-837A-A1C3-2EF7FB466D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9E1D11D-102A-34D6-2B7D-4AA21CB24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CE74B-51B0-45C8-9D99-747B626DDD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7883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C082B3-88B9-C72E-DCD1-09F1D4B62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E7EC74A-BA93-1E2C-5686-EAFB7BB91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1F58B-7BFD-4011-B116-3C6E286CC84E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CAF723-9FC2-87EE-825E-64F7BC0E4F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90B5E39-F681-6E5C-BAF4-F52F94DFE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CE74B-51B0-45C8-9D99-747B626DDD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31060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9733918-83EC-7C07-C2ED-1429F3C9CB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1F58B-7BFD-4011-B116-3C6E286CC84E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9FF920B-FF13-78E4-F319-2B0692DB6F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518356-E081-B4A3-94C7-22BC1F8AB8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CE74B-51B0-45C8-9D99-747B626DDD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81347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4703CC-A33B-501D-F4CE-3BA9B4B51A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258C6A-79E8-A08D-A344-D674C5548D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1BF681-F3BB-F59B-22F6-D30FB9E1CE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51372B-F0D2-BB8F-6D84-B49823538D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1F58B-7BFD-4011-B116-3C6E286CC84E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7AE57C-7EA8-AF48-A108-35A5A8F948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54B9F7-2ACE-0C49-955A-BA127E71AA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CE74B-51B0-45C8-9D99-747B626DDD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37304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63DDEE-F8D1-5AF7-F79F-C9C7881B1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2CDCEC4-869E-47EB-48E6-32E39183467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4E0E04-CC2E-9518-FF17-022A221200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C9B02E-03E3-DB7B-8942-84B12ACC5D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1F58B-7BFD-4011-B116-3C6E286CC84E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51C54C-F6D6-30D3-6BEE-5B37CAC4B7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E6C5DF-C067-9EF8-D6C5-EE48AF2AB7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CE74B-51B0-45C8-9D99-747B626DDD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13230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56C83E-CACB-13A8-07C8-B623194B37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9BF9AB-6AF9-9C0E-9B79-75353B6B77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46504E-A1C4-5679-133E-F7B7ED316A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1F58B-7BFD-4011-B116-3C6E286CC84E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19D9DE-393C-513D-58AB-AF73941474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481362-F027-24F2-F5C2-CA6E021817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CE74B-51B0-45C8-9D99-747B626DDD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97146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2A5FE87-46D4-3B48-E00E-83047DE7C6E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85D66B-6A24-2DFF-14F4-4E1C731A66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42156-F3A5-865F-1FC9-7C82117B0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1F58B-7BFD-4011-B116-3C6E286CC84E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6CD37E-537A-8E8C-2F18-0EA0EBA81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CDFEFE-18E1-DD2A-5830-C88AE12D3F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CE74B-51B0-45C8-9D99-747B626DDD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04188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08FF1C4-B80D-B0C8-9EF4-62FDD55149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77D480-7EA3-C6D5-6320-C6FBCE6BE2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A8A586-46A2-D8A9-40BE-5ADAD07B86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61F58B-7BFD-4011-B116-3C6E286CC84E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4A3297-4F53-5071-1318-89E19A2C4E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2EE5E2-957D-A814-4E40-8ABEAF7B77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6CE74B-51B0-45C8-9D99-747B626DDD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31283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D631782D-70E3-0846-018F-44F0E3BCA2E2}"/>
              </a:ext>
            </a:extLst>
          </p:cNvPr>
          <p:cNvGrpSpPr/>
          <p:nvPr/>
        </p:nvGrpSpPr>
        <p:grpSpPr>
          <a:xfrm>
            <a:off x="662279" y="251123"/>
            <a:ext cx="7697274" cy="4258269"/>
            <a:chOff x="662279" y="251123"/>
            <a:chExt cx="7697274" cy="4258269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C3A243B3-53C6-5CBC-71F9-E22BB1AC3C6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b="16971"/>
            <a:stretch>
              <a:fillRect/>
            </a:stretch>
          </p:blipFill>
          <p:spPr>
            <a:xfrm>
              <a:off x="662279" y="251123"/>
              <a:ext cx="3839111" cy="2016948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3EA33123-4635-2B76-425C-C2D27B3836A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62279" y="2268071"/>
              <a:ext cx="3867690" cy="2067213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A477E985-8862-AEC7-31B8-B4E94F0F8B9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529969" y="251123"/>
              <a:ext cx="3829584" cy="2314898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8343BBF3-A420-B8CE-CE1F-614EE184179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529969" y="2566021"/>
              <a:ext cx="3829584" cy="194337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576445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171EF5B-6D1E-D28A-39B0-82316B891C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565" y="262910"/>
            <a:ext cx="1676634" cy="613495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F950A12-23A4-F6CE-8CB5-3F5B246807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5162" y="262910"/>
            <a:ext cx="3982006" cy="299126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3965C1A-1E28-9D2B-A47D-DF3AAA42B2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4131" y="262910"/>
            <a:ext cx="1800476" cy="373432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A3C315A-7359-D146-21C8-0EC464D7581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5162" y="3429000"/>
            <a:ext cx="2314898" cy="217200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885871A-C60B-73B7-77E6-BFAA2A8AD86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61570" y="262910"/>
            <a:ext cx="1724266" cy="3467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75801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81A8C2D6-0EBC-1801-409A-58CF4E9663CD}"/>
              </a:ext>
            </a:extLst>
          </p:cNvPr>
          <p:cNvGrpSpPr/>
          <p:nvPr/>
        </p:nvGrpSpPr>
        <p:grpSpPr>
          <a:xfrm>
            <a:off x="177232" y="106749"/>
            <a:ext cx="9349234" cy="6049219"/>
            <a:chOff x="177232" y="106749"/>
            <a:chExt cx="9349234" cy="6049219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BC29E6CE-E61A-195C-BA70-3EF79E30B6E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77232" y="106749"/>
              <a:ext cx="1438476" cy="3829584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54BFD6E7-A400-DED0-3391-6FB94449EE4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705350" y="106749"/>
              <a:ext cx="2667372" cy="5630061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6652EC0-9529-55E3-281C-425F9B84972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372722" y="106749"/>
              <a:ext cx="2105319" cy="2353003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5D96AAE4-BA71-7AB5-9012-BDE2594EFCE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478041" y="106749"/>
              <a:ext cx="3048425" cy="604921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464216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1790</TotalTime>
  <Words>0</Words>
  <Application>Microsoft Office PowerPoint</Application>
  <PresentationFormat>Widescreen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John Peach</dc:creator>
  <cp:lastModifiedBy>John Peach</cp:lastModifiedBy>
  <cp:revision>1</cp:revision>
  <dcterms:created xsi:type="dcterms:W3CDTF">2026-05-18T18:45:21Z</dcterms:created>
  <dcterms:modified xsi:type="dcterms:W3CDTF">2026-05-20T00:36:15Z</dcterms:modified>
</cp:coreProperties>
</file>