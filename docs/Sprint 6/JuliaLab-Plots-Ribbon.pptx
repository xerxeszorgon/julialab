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8288000" cy="1447800"/>
  <p:notesSz cx="14478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image" Target="../media/image-1-5.png"/><Relationship Id="rId6" Type="http://schemas.openxmlformats.org/officeDocument/2006/relationships/image" Target="../media/image-1-6.svg"/><Relationship Id="rId7" Type="http://schemas.openxmlformats.org/officeDocument/2006/relationships/image" Target="../media/image-1-7.png"/><Relationship Id="rId8" Type="http://schemas.openxmlformats.org/officeDocument/2006/relationships/image" Target="../media/image-1-8.svg"/><Relationship Id="rId9" Type="http://schemas.openxmlformats.org/officeDocument/2006/relationships/image" Target="../media/image-1-9.png"/><Relationship Id="rId10" Type="http://schemas.openxmlformats.org/officeDocument/2006/relationships/image" Target="../media/image-1-10.svg"/><Relationship Id="rId11" Type="http://schemas.openxmlformats.org/officeDocument/2006/relationships/image" Target="../media/image-1-11.png"/><Relationship Id="rId12" Type="http://schemas.openxmlformats.org/officeDocument/2006/relationships/image" Target="../media/image-1-12.svg"/><Relationship Id="rId13" Type="http://schemas.openxmlformats.org/officeDocument/2006/relationships/image" Target="../media/image-1-13.png"/><Relationship Id="rId14" Type="http://schemas.openxmlformats.org/officeDocument/2006/relationships/image" Target="../media/image-1-14.svg"/><Relationship Id="rId15" Type="http://schemas.openxmlformats.org/officeDocument/2006/relationships/image" Target="../media/image-1-15.png"/><Relationship Id="rId16" Type="http://schemas.openxmlformats.org/officeDocument/2006/relationships/image" Target="../media/image-1-16.svg"/><Relationship Id="rId17" Type="http://schemas.openxmlformats.org/officeDocument/2006/relationships/image" Target="../media/image-1-17.png"/><Relationship Id="rId18" Type="http://schemas.openxmlformats.org/officeDocument/2006/relationships/image" Target="../media/image-1-18.svg"/><Relationship Id="rId19" Type="http://schemas.openxmlformats.org/officeDocument/2006/relationships/image" Target="../media/image-1-19.png"/><Relationship Id="rId20" Type="http://schemas.openxmlformats.org/officeDocument/2006/relationships/image" Target="../media/image-1-20.svg"/><Relationship Id="rId21" Type="http://schemas.openxmlformats.org/officeDocument/2006/relationships/image" Target="../media/image-1-21.png"/><Relationship Id="rId22" Type="http://schemas.openxmlformats.org/officeDocument/2006/relationships/image" Target="../media/image-1-22.svg"/><Relationship Id="rId23" Type="http://schemas.openxmlformats.org/officeDocument/2006/relationships/image" Target="../media/image-1-23.png"/><Relationship Id="rId24" Type="http://schemas.openxmlformats.org/officeDocument/2006/relationships/image" Target="../media/image-1-24.svg"/><Relationship Id="rId25" Type="http://schemas.openxmlformats.org/officeDocument/2006/relationships/image" Target="../media/image-1-25.png"/><Relationship Id="rId26" Type="http://schemas.openxmlformats.org/officeDocument/2006/relationships/image" Target="../media/image-1-26.svg"/><Relationship Id="rId27" Type="http://schemas.openxmlformats.org/officeDocument/2006/relationships/image" Target="../media/image-1-27.png"/><Relationship Id="rId28" Type="http://schemas.openxmlformats.org/officeDocument/2006/relationships/image" Target="../media/image-1-28.svg"/><Relationship Id="rId29" Type="http://schemas.openxmlformats.org/officeDocument/2006/relationships/image" Target="../media/image-1-29.png"/><Relationship Id="rId30" Type="http://schemas.openxmlformats.org/officeDocument/2006/relationships/image" Target="../media/image-1-30.svg"/><Relationship Id="rId31" Type="http://schemas.openxmlformats.org/officeDocument/2006/relationships/image" Target="../media/image-1-31.png"/><Relationship Id="rId32" Type="http://schemas.openxmlformats.org/officeDocument/2006/relationships/image" Target="../media/image-1-32.svg"/><Relationship Id="rId33" Type="http://schemas.openxmlformats.org/officeDocument/2006/relationships/image" Target="../media/image-1-33.png"/><Relationship Id="rId34" Type="http://schemas.openxmlformats.org/officeDocument/2006/relationships/image" Target="../media/image-1-34.svg"/><Relationship Id="rId35" Type="http://schemas.openxmlformats.org/officeDocument/2006/relationships/image" Target="../media/image-1-35.png"/><Relationship Id="rId36" Type="http://schemas.openxmlformats.org/officeDocument/2006/relationships/image" Target="../media/image-1-36.svg"/><Relationship Id="rId37" Type="http://schemas.openxmlformats.org/officeDocument/2006/relationships/image" Target="../media/image-1-37.png"/><Relationship Id="rId38" Type="http://schemas.openxmlformats.org/officeDocument/2006/relationships/image" Target="../media/image-1-38.svg"/><Relationship Id="rId39" Type="http://schemas.openxmlformats.org/officeDocument/2006/relationships/image" Target="../media/image-1-39.png"/><Relationship Id="rId40" Type="http://schemas.openxmlformats.org/officeDocument/2006/relationships/image" Target="../media/image-1-40.svg"/><Relationship Id="rId41" Type="http://schemas.openxmlformats.org/officeDocument/2006/relationships/image" Target="../media/image-1-41.png"/><Relationship Id="rId42" Type="http://schemas.openxmlformats.org/officeDocument/2006/relationships/image" Target="../media/image-1-42.svg"/><Relationship Id="rId43" Type="http://schemas.openxmlformats.org/officeDocument/2006/relationships/image" Target="../media/image-1-43.png"/><Relationship Id="rId44" Type="http://schemas.openxmlformats.org/officeDocument/2006/relationships/image" Target="../media/image-1-44.svg"/><Relationship Id="rId45" Type="http://schemas.openxmlformats.org/officeDocument/2006/relationships/image" Target="../media/image-1-45.png"/><Relationship Id="rId46" Type="http://schemas.openxmlformats.org/officeDocument/2006/relationships/image" Target="../media/image-1-46.svg"/><Relationship Id="rId47" Type="http://schemas.openxmlformats.org/officeDocument/2006/relationships/image" Target="../media/image-1-47.png"/><Relationship Id="rId48" Type="http://schemas.openxmlformats.org/officeDocument/2006/relationships/image" Target="../media/image-1-48.svg"/><Relationship Id="rId49" Type="http://schemas.openxmlformats.org/officeDocument/2006/relationships/image" Target="../media/image-1-49.png"/><Relationship Id="rId50" Type="http://schemas.openxmlformats.org/officeDocument/2006/relationships/image" Target="../media/image-1-50.svg"/><Relationship Id="rId51" Type="http://schemas.openxmlformats.org/officeDocument/2006/relationships/image" Target="../media/image-1-51.png"/><Relationship Id="rId52" Type="http://schemas.openxmlformats.org/officeDocument/2006/relationships/image" Target="../media/image-1-52.svg"/><Relationship Id="rId53" Type="http://schemas.openxmlformats.org/officeDocument/2006/relationships/image" Target="../media/image-1-53.png"/><Relationship Id="rId54" Type="http://schemas.openxmlformats.org/officeDocument/2006/relationships/image" Target="../media/image-1-54.svg"/><Relationship Id="rId55" Type="http://schemas.openxmlformats.org/officeDocument/2006/relationships/image" Target="../media/image-1-55.png"/><Relationship Id="rId56" Type="http://schemas.openxmlformats.org/officeDocument/2006/relationships/image" Target="../media/image-1-56.svg"/><Relationship Id="rId57" Type="http://schemas.openxmlformats.org/officeDocument/2006/relationships/image" Target="../media/image-1-57.png"/><Relationship Id="rId58" Type="http://schemas.openxmlformats.org/officeDocument/2006/relationships/image" Target="../media/image-1-58.svg"/><Relationship Id="rId59" Type="http://schemas.openxmlformats.org/officeDocument/2006/relationships/image" Target="../media/image-1-59.png"/><Relationship Id="rId60" Type="http://schemas.openxmlformats.org/officeDocument/2006/relationships/image" Target="../media/image-1-60.svg"/><Relationship Id="rId61" Type="http://schemas.openxmlformats.org/officeDocument/2006/relationships/image" Target="../media/image-1-61.png"/><Relationship Id="rId62" Type="http://schemas.openxmlformats.org/officeDocument/2006/relationships/image" Target="../media/image-1-62.svg"/><Relationship Id="rId63" Type="http://schemas.openxmlformats.org/officeDocument/2006/relationships/image" Target="../media/image-1-63.png"/><Relationship Id="rId64" Type="http://schemas.openxmlformats.org/officeDocument/2006/relationships/image" Target="../media/image-1-64.svg"/><Relationship Id="rId65" Type="http://schemas.openxmlformats.org/officeDocument/2006/relationships/image" Target="../media/image-1-65.png"/><Relationship Id="rId66" Type="http://schemas.openxmlformats.org/officeDocument/2006/relationships/image" Target="../media/image-1-66.svg"/><Relationship Id="rId67" Type="http://schemas.openxmlformats.org/officeDocument/2006/relationships/image" Target="../media/image-1-67.png"/><Relationship Id="rId68" Type="http://schemas.openxmlformats.org/officeDocument/2006/relationships/image" Target="../media/image-1-68.svg"/><Relationship Id="rId69" Type="http://schemas.openxmlformats.org/officeDocument/2006/relationships/image" Target="../media/image-1-69.png"/><Relationship Id="rId70" Type="http://schemas.openxmlformats.org/officeDocument/2006/relationships/image" Target="../media/image-1-70.svg"/><Relationship Id="rId71" Type="http://schemas.openxmlformats.org/officeDocument/2006/relationships/image" Target="../media/image-1-71.png"/><Relationship Id="rId72" Type="http://schemas.openxmlformats.org/officeDocument/2006/relationships/image" Target="../media/image-1-72.svg"/><Relationship Id="rId73" Type="http://schemas.openxmlformats.org/officeDocument/2006/relationships/image" Target="../media/image-1-73.png"/><Relationship Id="rId74" Type="http://schemas.openxmlformats.org/officeDocument/2006/relationships/image" Target="../media/image-1-74.svg"/><Relationship Id="rId75" Type="http://schemas.openxmlformats.org/officeDocument/2006/relationships/image" Target="../media/image-1-75.png"/><Relationship Id="rId76" Type="http://schemas.openxmlformats.org/officeDocument/2006/relationships/image" Target="../media/image-1-76.svg"/><Relationship Id="rId77" Type="http://schemas.openxmlformats.org/officeDocument/2006/relationships/image" Target="../media/image-1-77.png"/><Relationship Id="rId78" Type="http://schemas.openxmlformats.org/officeDocument/2006/relationships/image" Target="../media/image-1-78.svg"/><Relationship Id="rId79" Type="http://schemas.openxmlformats.org/officeDocument/2006/relationships/image" Target="../media/image-1-79.png"/><Relationship Id="rId80" Type="http://schemas.openxmlformats.org/officeDocument/2006/relationships/image" Target="../media/image-1-80.svg"/><Relationship Id="rId81" Type="http://schemas.openxmlformats.org/officeDocument/2006/relationships/slideLayout" Target="../slideLayouts/slideLayout1.xml"/><Relationship Id="rId8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D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447800"/>
          </a:xfrm>
          <a:prstGeom prst="rect">
            <a:avLst/>
          </a:prstGeom>
          <a:ln/>
          <a:effectLst>
            <a:outerShdw sx="100000" sy="100000" kx="0" ky="0" algn="bl" rotWithShape="0" blurRad="228600" dist="38100" dir="5400000">
              <a:srgbClr val="000000">
                <a:alpha val="40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0" y="0"/>
            <a:ext cx="18288000" cy="381000"/>
          </a:xfrm>
          <a:prstGeom prst="rect">
            <a:avLst/>
          </a:prstGeom>
          <a:gradFill rotWithShape="1">
            <a:gsLst>
              <a:gs pos="0">
                <a:srgbClr val="1F64AD">
                  <a:alpha val="100000"/>
                </a:srgbClr>
              </a:gs>
              <a:gs pos="100000">
                <a:srgbClr val="185696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52400" y="0"/>
            <a:ext cx="372219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975" dirty="0"/>
          </a:p>
        </p:txBody>
      </p:sp>
      <p:sp>
        <p:nvSpPr>
          <p:cNvPr id="5" name="Shape 3"/>
          <p:cNvSpPr/>
          <p:nvPr/>
        </p:nvSpPr>
        <p:spPr>
          <a:xfrm>
            <a:off x="600819" y="0"/>
            <a:ext cx="656332" cy="38100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600819" y="0"/>
            <a:ext cx="656332" cy="19050"/>
          </a:xfrm>
          <a:prstGeom prst="rect">
            <a:avLst/>
          </a:prstGeom>
          <a:solidFill>
            <a:srgbClr val="E0820A"/>
          </a:solidFill>
          <a:ln/>
        </p:spPr>
      </p:sp>
      <p:sp>
        <p:nvSpPr>
          <p:cNvPr id="7" name="Text 5"/>
          <p:cNvSpPr/>
          <p:nvPr/>
        </p:nvSpPr>
        <p:spPr>
          <a:xfrm>
            <a:off x="791319" y="19050"/>
            <a:ext cx="351532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195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Plots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409551" y="0"/>
            <a:ext cx="461665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2099816" y="0"/>
            <a:ext cx="337840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2666256" y="0"/>
            <a:ext cx="51673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3411587" y="0"/>
            <a:ext cx="234553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3874740" y="0"/>
            <a:ext cx="19332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296668" y="0"/>
            <a:ext cx="342454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View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4867721" y="0"/>
            <a:ext cx="351681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5448002" y="0"/>
            <a:ext cx="534888" cy="419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75" b="1" dirty="0">
                <a:solidFill>
                  <a:srgbClr val="DBE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Wolfram</a:t>
            </a:r>
            <a:endParaRPr lang="en-US" sz="975" dirty="0"/>
          </a:p>
        </p:txBody>
      </p:sp>
      <p:sp>
        <p:nvSpPr>
          <p:cNvPr id="16" name="Shape 14"/>
          <p:cNvSpPr/>
          <p:nvPr/>
        </p:nvSpPr>
        <p:spPr>
          <a:xfrm>
            <a:off x="15354300" y="76200"/>
            <a:ext cx="2476500" cy="228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440025" y="128588"/>
            <a:ext cx="123825" cy="123825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15630525" y="123825"/>
            <a:ext cx="1844695" cy="171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A7F8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Search commands (Ctrl+Shift+P)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7926050" y="76200"/>
            <a:ext cx="228600" cy="228600"/>
          </a:xfrm>
          <a:prstGeom prst="ellipse">
            <a:avLst/>
          </a:prstGeom>
          <a:ln w="9525">
            <a:solidFill>
              <a:srgbClr val="CFE0F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7897475" y="85725"/>
            <a:ext cx="285750" cy="247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EAF2F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75" dirty="0"/>
          </a:p>
        </p:txBody>
      </p:sp>
      <p:sp>
        <p:nvSpPr>
          <p:cNvPr id="21" name="Shape 18"/>
          <p:cNvSpPr/>
          <p:nvPr/>
        </p:nvSpPr>
        <p:spPr>
          <a:xfrm>
            <a:off x="0" y="381000"/>
            <a:ext cx="18288000" cy="1066800"/>
          </a:xfrm>
          <a:prstGeom prst="rect">
            <a:avLst/>
          </a:prstGeom>
          <a:gradFill rotWithShape="1">
            <a:gsLst>
              <a:gs pos="0">
                <a:srgbClr val="FCFCFD">
                  <a:alpha val="100000"/>
                </a:srgbClr>
              </a:gs>
              <a:gs pos="100000">
                <a:srgbClr val="EEF0F3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2" name="Shape 19"/>
          <p:cNvSpPr/>
          <p:nvPr/>
        </p:nvSpPr>
        <p:spPr>
          <a:xfrm>
            <a:off x="0" y="1438275"/>
            <a:ext cx="18288000" cy="9525"/>
          </a:xfrm>
          <a:prstGeom prst="rect">
            <a:avLst/>
          </a:prstGeom>
          <a:solidFill>
            <a:srgbClr val="C7CAD0"/>
          </a:solidFill>
          <a:ln/>
        </p:spPr>
      </p:sp>
      <p:sp>
        <p:nvSpPr>
          <p:cNvPr id="23" name="Shape 20"/>
          <p:cNvSpPr/>
          <p:nvPr/>
        </p:nvSpPr>
        <p:spPr>
          <a:xfrm>
            <a:off x="0" y="381000"/>
            <a:ext cx="800100" cy="1057275"/>
          </a:xfrm>
          <a:prstGeom prst="rect">
            <a:avLst/>
          </a:prstGeom>
          <a:gradFill rotWithShape="1">
            <a:gsLst>
              <a:gs pos="0">
                <a:srgbClr val="F2F6FC">
                  <a:alpha val="100000"/>
                </a:srgbClr>
              </a:gs>
              <a:gs pos="100000">
                <a:srgbClr val="E4ECF7">
                  <a:alpha val="100000"/>
                </a:srgbClr>
              </a:gs>
            </a:gsLst>
            <a:lin ang="5400000" scaled="0"/>
          </a:gradFill>
          <a:ln/>
        </p:spPr>
      </p:sp>
      <p:sp>
        <p:nvSpPr>
          <p:cNvPr id="24" name="Shape 21"/>
          <p:cNvSpPr/>
          <p:nvPr/>
        </p:nvSpPr>
        <p:spPr>
          <a:xfrm>
            <a:off x="790575" y="381000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sp>
        <p:nvSpPr>
          <p:cNvPr id="25" name="Shape 22"/>
          <p:cNvSpPr/>
          <p:nvPr/>
        </p:nvSpPr>
        <p:spPr>
          <a:xfrm>
            <a:off x="166688" y="604838"/>
            <a:ext cx="457200" cy="457200"/>
          </a:xfrm>
          <a:prstGeom prst="roundRect">
            <a:avLst>
              <a:gd name="adj" fmla="val 2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9525" dir="5400000">
              <a:srgbClr val="000000">
                <a:alpha val="16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33362" y="671513"/>
            <a:ext cx="323850" cy="323850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184845" y="1100138"/>
            <a:ext cx="49708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b="1" spc="30" kern="0" dirty="0">
                <a:solidFill>
                  <a:srgbClr val="1950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JuliaLab</a:t>
            </a:r>
            <a:endParaRPr lang="en-US" sz="825" dirty="0"/>
          </a:p>
        </p:txBody>
      </p:sp>
      <p:sp>
        <p:nvSpPr>
          <p:cNvPr id="28" name="Shape 24"/>
          <p:cNvSpPr/>
          <p:nvPr/>
        </p:nvSpPr>
        <p:spPr>
          <a:xfrm>
            <a:off x="3410545" y="381000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8225" y="476250"/>
            <a:ext cx="304800" cy="304800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990451" y="809625"/>
            <a:ext cx="400199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Figure</a:t>
            </a:r>
            <a:endParaRPr lang="en-US" sz="90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590675" y="585788"/>
            <a:ext cx="228600" cy="22860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1885950" y="633413"/>
            <a:ext cx="3684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</a:t>
            </a:r>
            <a:endParaRPr lang="en-US" sz="9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590675" y="881063"/>
            <a:ext cx="228600" cy="22860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885950" y="928688"/>
            <a:ext cx="5208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All</a:t>
            </a:r>
            <a:endParaRPr lang="en-US" sz="900" dirty="0"/>
          </a:p>
        </p:txBody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502098" y="585788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2797373" y="633413"/>
            <a:ext cx="256133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</a:t>
            </a:r>
            <a:endParaRPr lang="en-US" sz="9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02098" y="881063"/>
            <a:ext cx="228600" cy="228600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2797373" y="928688"/>
            <a:ext cx="52744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Cascade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760943" y="1276350"/>
            <a:ext cx="268875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FIGURE</a:t>
            </a:r>
            <a:endParaRPr lang="en-US" sz="825" dirty="0"/>
          </a:p>
        </p:txBody>
      </p:sp>
      <p:sp>
        <p:nvSpPr>
          <p:cNvPr id="40" name="Shape 31"/>
          <p:cNvSpPr/>
          <p:nvPr/>
        </p:nvSpPr>
        <p:spPr>
          <a:xfrm>
            <a:off x="8677275" y="381000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3572470" y="604838"/>
            <a:ext cx="457200" cy="36195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3681412" y="995363"/>
            <a:ext cx="239316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</a:t>
            </a:r>
            <a:endParaRPr lang="en-US" sz="825" dirty="0"/>
          </a:p>
        </p:txBody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4172545" y="604838"/>
            <a:ext cx="457200" cy="361950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4205734" y="995363"/>
            <a:ext cx="39067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scatter</a:t>
            </a:r>
            <a:endParaRPr lang="en-US" sz="825" dirty="0"/>
          </a:p>
        </p:txBody>
      </p:sp>
      <p:pic>
        <p:nvPicPr>
          <p:cNvPr id="45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4772620" y="604838"/>
            <a:ext cx="457200" cy="361950"/>
          </a:xfrm>
          <a:prstGeom prst="rect">
            <a:avLst/>
          </a:prstGeom>
        </p:spPr>
      </p:pic>
      <p:sp>
        <p:nvSpPr>
          <p:cNvPr id="46" name="Text 34"/>
          <p:cNvSpPr/>
          <p:nvPr/>
        </p:nvSpPr>
        <p:spPr>
          <a:xfrm>
            <a:off x="4887367" y="995363"/>
            <a:ext cx="22770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</a:t>
            </a:r>
            <a:endParaRPr lang="en-US" sz="825" dirty="0"/>
          </a:p>
        </p:txBody>
      </p:sp>
      <p:pic>
        <p:nvPicPr>
          <p:cNvPr id="47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5372695" y="604838"/>
            <a:ext cx="457200" cy="361950"/>
          </a:xfrm>
          <a:prstGeom prst="rect">
            <a:avLst/>
          </a:prstGeom>
        </p:spPr>
      </p:pic>
      <p:sp>
        <p:nvSpPr>
          <p:cNvPr id="48" name="Text 35"/>
          <p:cNvSpPr/>
          <p:nvPr/>
        </p:nvSpPr>
        <p:spPr>
          <a:xfrm>
            <a:off x="5458271" y="995363"/>
            <a:ext cx="2860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</a:t>
            </a:r>
            <a:endParaRPr lang="en-US" sz="825" dirty="0"/>
          </a:p>
        </p:txBody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972770" y="604838"/>
            <a:ext cx="457200" cy="361950"/>
          </a:xfrm>
          <a:prstGeom prst="rect">
            <a:avLst/>
          </a:prstGeom>
        </p:spPr>
      </p:pic>
      <p:sp>
        <p:nvSpPr>
          <p:cNvPr id="50" name="Text 36"/>
          <p:cNvSpPr/>
          <p:nvPr/>
        </p:nvSpPr>
        <p:spPr>
          <a:xfrm>
            <a:off x="5933182" y="995363"/>
            <a:ext cx="53622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histogram</a:t>
            </a:r>
            <a:endParaRPr lang="en-US" sz="825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572845" y="604838"/>
            <a:ext cx="457200" cy="361950"/>
          </a:xfrm>
          <a:prstGeom prst="rect">
            <a:avLst/>
          </a:prstGeom>
        </p:spPr>
      </p:pic>
      <p:sp>
        <p:nvSpPr>
          <p:cNvPr id="52" name="Text 37"/>
          <p:cNvSpPr/>
          <p:nvPr/>
        </p:nvSpPr>
        <p:spPr>
          <a:xfrm>
            <a:off x="6594277" y="995363"/>
            <a:ext cx="4141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</a:t>
            </a:r>
            <a:endParaRPr lang="en-US" sz="825" dirty="0"/>
          </a:p>
        </p:txBody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7172920" y="604838"/>
            <a:ext cx="457200" cy="361950"/>
          </a:xfrm>
          <a:prstGeom prst="rect">
            <a:avLst/>
          </a:prstGeom>
        </p:spPr>
      </p:pic>
      <p:sp>
        <p:nvSpPr>
          <p:cNvPr id="54" name="Text 38"/>
          <p:cNvSpPr/>
          <p:nvPr/>
        </p:nvSpPr>
        <p:spPr>
          <a:xfrm>
            <a:off x="7159526" y="995363"/>
            <a:ext cx="48398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</a:t>
            </a:r>
            <a:endParaRPr lang="en-US" sz="825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7772995" y="604838"/>
            <a:ext cx="457200" cy="361950"/>
          </a:xfrm>
          <a:prstGeom prst="rect">
            <a:avLst/>
          </a:prstGeom>
        </p:spPr>
      </p:pic>
      <p:sp>
        <p:nvSpPr>
          <p:cNvPr id="56" name="Text 39"/>
          <p:cNvSpPr/>
          <p:nvPr/>
        </p:nvSpPr>
        <p:spPr>
          <a:xfrm>
            <a:off x="7791599" y="995363"/>
            <a:ext cx="419844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surface</a:t>
            </a:r>
            <a:endParaRPr lang="en-US" sz="825" dirty="0"/>
          </a:p>
        </p:txBody>
      </p:sp>
      <p:pic>
        <p:nvPicPr>
          <p:cNvPr id="57" name="Image 15" descr="preencoded.png">    </p:cNvPr>
          <p:cNvPicPr>
            <a:picLocks noChangeAspect="1"/>
          </p:cNvPicPr>
          <p:nvPr/>
        </p:nvPicPr>
        <p:blipFill>
          <a:blip r:embed="rId31"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8373070" y="604838"/>
            <a:ext cx="457200" cy="361950"/>
          </a:xfrm>
          <a:prstGeom prst="rect">
            <a:avLst/>
          </a:prstGeom>
        </p:spPr>
      </p:pic>
      <p:sp>
        <p:nvSpPr>
          <p:cNvPr id="58" name="Text 40"/>
          <p:cNvSpPr/>
          <p:nvPr/>
        </p:nvSpPr>
        <p:spPr>
          <a:xfrm>
            <a:off x="8388697" y="995363"/>
            <a:ext cx="42579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contour</a:t>
            </a:r>
            <a:endParaRPr lang="en-US" sz="825" dirty="0"/>
          </a:p>
        </p:txBody>
      </p:sp>
      <p:pic>
        <p:nvPicPr>
          <p:cNvPr id="59" name="Image 16" descr="preencoded.png">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8973145" y="604838"/>
            <a:ext cx="457200" cy="361950"/>
          </a:xfrm>
          <a:prstGeom prst="rect">
            <a:avLst/>
          </a:prstGeom>
        </p:spPr>
      </p:pic>
      <p:sp>
        <p:nvSpPr>
          <p:cNvPr id="60" name="Text 41"/>
          <p:cNvSpPr/>
          <p:nvPr/>
        </p:nvSpPr>
        <p:spPr>
          <a:xfrm>
            <a:off x="9044136" y="995363"/>
            <a:ext cx="315069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violin</a:t>
            </a:r>
            <a:endParaRPr lang="en-US" sz="825" dirty="0"/>
          </a:p>
        </p:txBody>
      </p:sp>
      <p:pic>
        <p:nvPicPr>
          <p:cNvPr id="61" name="Image 17" descr="preencoded.png">    </p:cNvPr>
          <p:cNvPicPr>
            <a:picLocks noChangeAspect="1"/>
          </p:cNvPicPr>
          <p:nvPr/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573220" y="604838"/>
            <a:ext cx="457200" cy="361950"/>
          </a:xfrm>
          <a:prstGeom prst="rect">
            <a:avLst/>
          </a:prstGeom>
        </p:spPr>
      </p:pic>
      <p:sp>
        <p:nvSpPr>
          <p:cNvPr id="62" name="Text 42"/>
          <p:cNvSpPr/>
          <p:nvPr/>
        </p:nvSpPr>
        <p:spPr>
          <a:xfrm>
            <a:off x="9650164" y="995363"/>
            <a:ext cx="303312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stem</a:t>
            </a:r>
            <a:endParaRPr lang="en-US" sz="825" dirty="0"/>
          </a:p>
        </p:txBody>
      </p:sp>
      <p:pic>
        <p:nvPicPr>
          <p:cNvPr id="63" name="Image 18" descr="preencoded.png">    </p:cNvPr>
          <p:cNvPicPr>
            <a:picLocks noChangeAspect="1"/>
          </p:cNvPicPr>
          <p:nvPr/>
        </p:nvPicPr>
        <p:blipFill>
          <a:blip r:embed="rId37">
            <a:extLst>
              <a:ext uri="{96DAC541-7B7A-43D3-8B79-37D633B846F1}">
                <asvg:svgBlip xmlns:asvg="http://schemas.microsoft.com/office/drawing/2016/SVG/main" r:embed="rId38"/>
              </a:ext>
            </a:extLst>
          </a:blip>
          <a:stretch>
            <a:fillRect/>
          </a:stretch>
        </p:blipFill>
        <p:spPr>
          <a:xfrm>
            <a:off x="10173295" y="604838"/>
            <a:ext cx="457200" cy="361950"/>
          </a:xfrm>
          <a:prstGeom prst="rect">
            <a:avLst/>
          </a:prstGeom>
        </p:spPr>
      </p:pic>
      <p:sp>
        <p:nvSpPr>
          <p:cNvPr id="64" name="Text 43"/>
          <p:cNvSpPr/>
          <p:nvPr/>
        </p:nvSpPr>
        <p:spPr>
          <a:xfrm>
            <a:off x="10293846" y="995363"/>
            <a:ext cx="21609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pie</a:t>
            </a:r>
            <a:endParaRPr lang="en-US" sz="825" dirty="0"/>
          </a:p>
        </p:txBody>
      </p:sp>
      <p:sp>
        <p:nvSpPr>
          <p:cNvPr id="65" name="Text 44"/>
          <p:cNvSpPr/>
          <p:nvPr/>
        </p:nvSpPr>
        <p:spPr>
          <a:xfrm>
            <a:off x="10749260" y="762000"/>
            <a:ext cx="219521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8A93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1350" dirty="0"/>
          </a:p>
        </p:txBody>
      </p:sp>
      <p:sp>
        <p:nvSpPr>
          <p:cNvPr id="66" name="Text 45"/>
          <p:cNvSpPr/>
          <p:nvPr/>
        </p:nvSpPr>
        <p:spPr>
          <a:xfrm>
            <a:off x="3341212" y="1276350"/>
            <a:ext cx="5414921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TYPE</a:t>
            </a:r>
            <a:endParaRPr lang="en-US" sz="825" dirty="0"/>
          </a:p>
        </p:txBody>
      </p:sp>
      <p:sp>
        <p:nvSpPr>
          <p:cNvPr id="67" name="Shape 46"/>
          <p:cNvSpPr/>
          <p:nvPr/>
        </p:nvSpPr>
        <p:spPr>
          <a:xfrm>
            <a:off x="11631067" y="381000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68" name="Image 19" descr="preencoded.png">    </p:cNvPr>
          <p:cNvPicPr>
            <a:picLocks noChangeAspect="1"/>
          </p:cNvPicPr>
          <p:nvPr/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>
            <a:off x="8924925" y="476250"/>
            <a:ext cx="304800" cy="304800"/>
          </a:xfrm>
          <a:prstGeom prst="rect">
            <a:avLst/>
          </a:prstGeom>
        </p:spPr>
      </p:pic>
      <p:sp>
        <p:nvSpPr>
          <p:cNvPr id="69" name="Text 47"/>
          <p:cNvSpPr/>
          <p:nvPr/>
        </p:nvSpPr>
        <p:spPr>
          <a:xfrm>
            <a:off x="8861227" y="809625"/>
            <a:ext cx="432048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</a:t>
            </a:r>
            <a:endParaRPr lang="en-US" sz="900" dirty="0"/>
          </a:p>
        </p:txBody>
      </p:sp>
      <p:sp>
        <p:nvSpPr>
          <p:cNvPr id="70" name="Text 48"/>
          <p:cNvSpPr/>
          <p:nvPr/>
        </p:nvSpPr>
        <p:spPr>
          <a:xfrm>
            <a:off x="9003357" y="969615"/>
            <a:ext cx="147935" cy="136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pic>
        <p:nvPicPr>
          <p:cNvPr id="71" name="Image 20" descr="preencoded.png">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477375" y="585788"/>
            <a:ext cx="228600" cy="228600"/>
          </a:xfrm>
          <a:prstGeom prst="rect">
            <a:avLst/>
          </a:prstGeom>
        </p:spPr>
      </p:pic>
      <p:sp>
        <p:nvSpPr>
          <p:cNvPr id="72" name="Text 49"/>
          <p:cNvSpPr/>
          <p:nvPr/>
        </p:nvSpPr>
        <p:spPr>
          <a:xfrm>
            <a:off x="9772650" y="633413"/>
            <a:ext cx="4065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Colors</a:t>
            </a:r>
            <a:endParaRPr lang="en-US" sz="900" dirty="0"/>
          </a:p>
        </p:txBody>
      </p:sp>
      <p:sp>
        <p:nvSpPr>
          <p:cNvPr id="73" name="Text 50"/>
          <p:cNvSpPr/>
          <p:nvPr/>
        </p:nvSpPr>
        <p:spPr>
          <a:xfrm>
            <a:off x="10169723" y="647700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pic>
        <p:nvPicPr>
          <p:cNvPr id="74" name="Image 21" descr="preencoded.png">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>
            <a:fillRect/>
          </a:stretch>
        </p:blipFill>
        <p:spPr>
          <a:xfrm>
            <a:off x="9477375" y="881063"/>
            <a:ext cx="228600" cy="228600"/>
          </a:xfrm>
          <a:prstGeom prst="rect">
            <a:avLst/>
          </a:prstGeom>
        </p:spPr>
      </p:pic>
      <p:sp>
        <p:nvSpPr>
          <p:cNvPr id="75" name="Text 51"/>
          <p:cNvSpPr/>
          <p:nvPr/>
        </p:nvSpPr>
        <p:spPr>
          <a:xfrm>
            <a:off x="9772650" y="928688"/>
            <a:ext cx="61629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 Width</a:t>
            </a:r>
            <a:endParaRPr lang="en-US" sz="900" dirty="0"/>
          </a:p>
        </p:txBody>
      </p:sp>
      <p:sp>
        <p:nvSpPr>
          <p:cNvPr id="76" name="Text 52"/>
          <p:cNvSpPr/>
          <p:nvPr/>
        </p:nvSpPr>
        <p:spPr>
          <a:xfrm>
            <a:off x="10379422" y="942975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pic>
        <p:nvPicPr>
          <p:cNvPr id="77" name="Image 22" descr="preencoded.png">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>
            <a:fillRect/>
          </a:stretch>
        </p:blipFill>
        <p:spPr>
          <a:xfrm>
            <a:off x="10622607" y="585788"/>
            <a:ext cx="228600" cy="228600"/>
          </a:xfrm>
          <a:prstGeom prst="rect">
            <a:avLst/>
          </a:prstGeom>
        </p:spPr>
      </p:pic>
      <p:sp>
        <p:nvSpPr>
          <p:cNvPr id="78" name="Text 53"/>
          <p:cNvSpPr/>
          <p:nvPr/>
        </p:nvSpPr>
        <p:spPr>
          <a:xfrm>
            <a:off x="10917882" y="633413"/>
            <a:ext cx="4890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Markers</a:t>
            </a:r>
            <a:endParaRPr lang="en-US" sz="900" dirty="0"/>
          </a:p>
        </p:txBody>
      </p:sp>
      <p:sp>
        <p:nvSpPr>
          <p:cNvPr id="79" name="Text 54"/>
          <p:cNvSpPr/>
          <p:nvPr/>
        </p:nvSpPr>
        <p:spPr>
          <a:xfrm>
            <a:off x="11397407" y="647700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pic>
        <p:nvPicPr>
          <p:cNvPr id="80" name="Image 23" descr="preencoded.png">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>
            <a:fillRect/>
          </a:stretch>
        </p:blipFill>
        <p:spPr>
          <a:xfrm>
            <a:off x="10622607" y="881063"/>
            <a:ext cx="228600" cy="228600"/>
          </a:xfrm>
          <a:prstGeom prst="rect">
            <a:avLst/>
          </a:prstGeom>
        </p:spPr>
      </p:pic>
      <p:sp>
        <p:nvSpPr>
          <p:cNvPr id="81" name="Text 55"/>
          <p:cNvSpPr/>
          <p:nvPr/>
        </p:nvSpPr>
        <p:spPr>
          <a:xfrm>
            <a:off x="10917882" y="928688"/>
            <a:ext cx="4637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Opacity</a:t>
            </a:r>
            <a:endParaRPr lang="en-US" sz="900" dirty="0"/>
          </a:p>
        </p:txBody>
      </p:sp>
      <p:sp>
        <p:nvSpPr>
          <p:cNvPr id="82" name="Text 56"/>
          <p:cNvSpPr/>
          <p:nvPr/>
        </p:nvSpPr>
        <p:spPr>
          <a:xfrm>
            <a:off x="11372106" y="942975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sp>
        <p:nvSpPr>
          <p:cNvPr id="83" name="Text 57"/>
          <p:cNvSpPr/>
          <p:nvPr/>
        </p:nvSpPr>
        <p:spPr>
          <a:xfrm>
            <a:off x="8642636" y="1276350"/>
            <a:ext cx="3032595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STYLE</a:t>
            </a:r>
            <a:endParaRPr lang="en-US" sz="825" dirty="0"/>
          </a:p>
        </p:txBody>
      </p:sp>
      <p:sp>
        <p:nvSpPr>
          <p:cNvPr id="84" name="Shape 58"/>
          <p:cNvSpPr/>
          <p:nvPr/>
        </p:nvSpPr>
        <p:spPr>
          <a:xfrm>
            <a:off x="13537555" y="381000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85" name="Image 24" descr="preencoded.png">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11802517" y="457200"/>
            <a:ext cx="228600" cy="228600"/>
          </a:xfrm>
          <a:prstGeom prst="rect">
            <a:avLst/>
          </a:prstGeom>
        </p:spPr>
      </p:pic>
      <p:sp>
        <p:nvSpPr>
          <p:cNvPr id="86" name="Text 59"/>
          <p:cNvSpPr/>
          <p:nvPr/>
        </p:nvSpPr>
        <p:spPr>
          <a:xfrm>
            <a:off x="12097792" y="504825"/>
            <a:ext cx="46389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Label</a:t>
            </a:r>
            <a:endParaRPr lang="en-US" sz="900" dirty="0"/>
          </a:p>
        </p:txBody>
      </p:sp>
      <p:pic>
        <p:nvPicPr>
          <p:cNvPr id="87" name="Image 25" descr="preencoded.png">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>
            <a:fillRect/>
          </a:stretch>
        </p:blipFill>
        <p:spPr>
          <a:xfrm>
            <a:off x="11802517" y="752475"/>
            <a:ext cx="228600" cy="228600"/>
          </a:xfrm>
          <a:prstGeom prst="rect">
            <a:avLst/>
          </a:prstGeom>
        </p:spPr>
      </p:pic>
      <p:sp>
        <p:nvSpPr>
          <p:cNvPr id="88" name="Text 60"/>
          <p:cNvSpPr/>
          <p:nvPr/>
        </p:nvSpPr>
        <p:spPr>
          <a:xfrm>
            <a:off x="12097792" y="800100"/>
            <a:ext cx="292150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</a:t>
            </a:r>
            <a:endParaRPr lang="en-US" sz="900" dirty="0"/>
          </a:p>
        </p:txBody>
      </p:sp>
      <p:pic>
        <p:nvPicPr>
          <p:cNvPr id="89" name="Image 26" descr="preencoded.png">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>
            <a:fillRect/>
          </a:stretch>
        </p:blipFill>
        <p:spPr>
          <a:xfrm>
            <a:off x="11802517" y="1047750"/>
            <a:ext cx="228600" cy="228600"/>
          </a:xfrm>
          <a:prstGeom prst="rect">
            <a:avLst/>
          </a:prstGeom>
        </p:spPr>
      </p:pic>
      <p:sp>
        <p:nvSpPr>
          <p:cNvPr id="90" name="Text 61"/>
          <p:cNvSpPr/>
          <p:nvPr/>
        </p:nvSpPr>
        <p:spPr>
          <a:xfrm>
            <a:off x="12097792" y="1095375"/>
            <a:ext cx="48279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Limits</a:t>
            </a:r>
            <a:endParaRPr lang="en-US" sz="900" dirty="0"/>
          </a:p>
        </p:txBody>
      </p:sp>
      <p:pic>
        <p:nvPicPr>
          <p:cNvPr id="91" name="Image 27" descr="preencoded.png">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tretch>
            <a:fillRect/>
          </a:stretch>
        </p:blipFill>
        <p:spPr>
          <a:xfrm>
            <a:off x="12675840" y="457200"/>
            <a:ext cx="228600" cy="228600"/>
          </a:xfrm>
          <a:prstGeom prst="rect">
            <a:avLst/>
          </a:prstGeom>
        </p:spPr>
      </p:pic>
      <p:sp>
        <p:nvSpPr>
          <p:cNvPr id="92" name="Text 62"/>
          <p:cNvSpPr/>
          <p:nvPr/>
        </p:nvSpPr>
        <p:spPr>
          <a:xfrm>
            <a:off x="12971115" y="504825"/>
            <a:ext cx="461814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Label</a:t>
            </a:r>
            <a:endParaRPr lang="en-US" sz="900" dirty="0"/>
          </a:p>
        </p:txBody>
      </p:sp>
      <p:pic>
        <p:nvPicPr>
          <p:cNvPr id="93" name="Image 28" descr="preencoded.png">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tretch>
            <a:fillRect/>
          </a:stretch>
        </p:blipFill>
        <p:spPr>
          <a:xfrm>
            <a:off x="12675840" y="752475"/>
            <a:ext cx="228600" cy="228600"/>
          </a:xfrm>
          <a:prstGeom prst="rect">
            <a:avLst/>
          </a:prstGeom>
        </p:spPr>
      </p:pic>
      <p:sp>
        <p:nvSpPr>
          <p:cNvPr id="94" name="Text 63"/>
          <p:cNvSpPr/>
          <p:nvPr/>
        </p:nvSpPr>
        <p:spPr>
          <a:xfrm>
            <a:off x="12971115" y="800100"/>
            <a:ext cx="457646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</a:t>
            </a:r>
            <a:endParaRPr lang="en-US" sz="900" dirty="0"/>
          </a:p>
        </p:txBody>
      </p:sp>
      <p:pic>
        <p:nvPicPr>
          <p:cNvPr id="95" name="Image 29" descr="preencoded.png">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2675840" y="1047750"/>
            <a:ext cx="228600" cy="228600"/>
          </a:xfrm>
          <a:prstGeom prst="rect">
            <a:avLst/>
          </a:prstGeom>
        </p:spPr>
      </p:pic>
      <p:sp>
        <p:nvSpPr>
          <p:cNvPr id="96" name="Text 64"/>
          <p:cNvSpPr/>
          <p:nvPr/>
        </p:nvSpPr>
        <p:spPr>
          <a:xfrm>
            <a:off x="12971115" y="1095375"/>
            <a:ext cx="480715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 Limits</a:t>
            </a:r>
            <a:endParaRPr lang="en-US" sz="900" dirty="0"/>
          </a:p>
        </p:txBody>
      </p:sp>
      <p:sp>
        <p:nvSpPr>
          <p:cNvPr id="97" name="Text 65"/>
          <p:cNvSpPr/>
          <p:nvPr/>
        </p:nvSpPr>
        <p:spPr>
          <a:xfrm>
            <a:off x="11602492" y="1314450"/>
            <a:ext cx="1973163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AXES</a:t>
            </a:r>
            <a:endParaRPr lang="en-US" sz="825" dirty="0"/>
          </a:p>
        </p:txBody>
      </p:sp>
      <p:sp>
        <p:nvSpPr>
          <p:cNvPr id="98" name="Shape 66"/>
          <p:cNvSpPr/>
          <p:nvPr/>
        </p:nvSpPr>
        <p:spPr>
          <a:xfrm>
            <a:off x="15776228" y="381000"/>
            <a:ext cx="9525" cy="1057275"/>
          </a:xfrm>
          <a:prstGeom prst="rect">
            <a:avLst/>
          </a:prstGeom>
          <a:solidFill>
            <a:srgbClr val="D8DADE"/>
          </a:solidFill>
          <a:ln/>
        </p:spPr>
      </p:sp>
      <p:pic>
        <p:nvPicPr>
          <p:cNvPr id="99" name="Image 30" descr="preencoded.png">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tretch>
            <a:fillRect/>
          </a:stretch>
        </p:blipFill>
        <p:spPr>
          <a:xfrm>
            <a:off x="13785205" y="476250"/>
            <a:ext cx="304800" cy="304800"/>
          </a:xfrm>
          <a:prstGeom prst="rect">
            <a:avLst/>
          </a:prstGeom>
        </p:spPr>
      </p:pic>
      <p:sp>
        <p:nvSpPr>
          <p:cNvPr id="100" name="Text 67"/>
          <p:cNvSpPr/>
          <p:nvPr/>
        </p:nvSpPr>
        <p:spPr>
          <a:xfrm>
            <a:off x="13737431" y="809625"/>
            <a:ext cx="400199" cy="3009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Figure</a:t>
            </a:r>
            <a:endParaRPr lang="en-US" sz="900" dirty="0"/>
          </a:p>
        </p:txBody>
      </p:sp>
      <p:pic>
        <p:nvPicPr>
          <p:cNvPr id="101" name="Image 31" descr="preencoded.png">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tretch>
            <a:fillRect/>
          </a:stretch>
        </p:blipFill>
        <p:spPr>
          <a:xfrm>
            <a:off x="14337655" y="585788"/>
            <a:ext cx="228600" cy="228600"/>
          </a:xfrm>
          <a:prstGeom prst="rect">
            <a:avLst/>
          </a:prstGeom>
        </p:spPr>
      </p:pic>
      <p:sp>
        <p:nvSpPr>
          <p:cNvPr id="102" name="Text 68"/>
          <p:cNvSpPr/>
          <p:nvPr/>
        </p:nvSpPr>
        <p:spPr>
          <a:xfrm>
            <a:off x="14632930" y="633413"/>
            <a:ext cx="32399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</a:t>
            </a:r>
            <a:endParaRPr lang="en-US" sz="900" dirty="0"/>
          </a:p>
        </p:txBody>
      </p:sp>
      <p:pic>
        <p:nvPicPr>
          <p:cNvPr id="103" name="Image 32" descr="preencoded.png">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14337655" y="881063"/>
            <a:ext cx="228600" cy="228600"/>
          </a:xfrm>
          <a:prstGeom prst="rect">
            <a:avLst/>
          </a:prstGeom>
        </p:spPr>
      </p:pic>
      <p:sp>
        <p:nvSpPr>
          <p:cNvPr id="104" name="Text 69"/>
          <p:cNvSpPr/>
          <p:nvPr/>
        </p:nvSpPr>
        <p:spPr>
          <a:xfrm>
            <a:off x="14632930" y="928688"/>
            <a:ext cx="31759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SVG</a:t>
            </a:r>
            <a:endParaRPr lang="en-US" sz="900" dirty="0"/>
          </a:p>
        </p:txBody>
      </p:sp>
      <p:pic>
        <p:nvPicPr>
          <p:cNvPr id="105" name="Image 33" descr="preencoded.png">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5052179" y="585788"/>
            <a:ext cx="228600" cy="228600"/>
          </a:xfrm>
          <a:prstGeom prst="rect">
            <a:avLst/>
          </a:prstGeom>
        </p:spPr>
      </p:pic>
      <p:sp>
        <p:nvSpPr>
          <p:cNvPr id="106" name="Text 70"/>
          <p:cNvSpPr/>
          <p:nvPr/>
        </p:nvSpPr>
        <p:spPr>
          <a:xfrm>
            <a:off x="15347454" y="633413"/>
            <a:ext cx="304800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</a:t>
            </a:r>
            <a:endParaRPr lang="en-US" sz="900" dirty="0"/>
          </a:p>
        </p:txBody>
      </p:sp>
      <p:pic>
        <p:nvPicPr>
          <p:cNvPr id="107" name="Image 34" descr="preencoded.png">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5052179" y="881063"/>
            <a:ext cx="228600" cy="228600"/>
          </a:xfrm>
          <a:prstGeom prst="rect">
            <a:avLst/>
          </a:prstGeom>
        </p:spPr>
      </p:pic>
      <p:sp>
        <p:nvSpPr>
          <p:cNvPr id="108" name="Text 71"/>
          <p:cNvSpPr/>
          <p:nvPr/>
        </p:nvSpPr>
        <p:spPr>
          <a:xfrm>
            <a:off x="15347454" y="928688"/>
            <a:ext cx="3430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</a:t>
            </a:r>
            <a:endParaRPr lang="en-US" sz="900" dirty="0"/>
          </a:p>
        </p:txBody>
      </p:sp>
      <p:sp>
        <p:nvSpPr>
          <p:cNvPr id="109" name="Text 72"/>
          <p:cNvSpPr/>
          <p:nvPr/>
        </p:nvSpPr>
        <p:spPr>
          <a:xfrm>
            <a:off x="13508980" y="1276350"/>
            <a:ext cx="2305348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</a:t>
            </a:r>
            <a:endParaRPr lang="en-US" sz="825" dirty="0"/>
          </a:p>
        </p:txBody>
      </p:sp>
      <p:pic>
        <p:nvPicPr>
          <p:cNvPr id="110" name="Image 35" descr="preencoded.png">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6023878" y="476250"/>
            <a:ext cx="304800" cy="304800"/>
          </a:xfrm>
          <a:prstGeom prst="rect">
            <a:avLst/>
          </a:prstGeom>
        </p:spPr>
      </p:pic>
      <p:sp>
        <p:nvSpPr>
          <p:cNvPr id="111" name="Text 73"/>
          <p:cNvSpPr/>
          <p:nvPr/>
        </p:nvSpPr>
        <p:spPr>
          <a:xfrm>
            <a:off x="15953929" y="809625"/>
            <a:ext cx="444698" cy="1695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Record</a:t>
            </a:r>
            <a:endParaRPr lang="en-US" sz="900" dirty="0"/>
          </a:p>
        </p:txBody>
      </p:sp>
      <p:pic>
        <p:nvPicPr>
          <p:cNvPr id="112" name="Image 36" descr="preencoded.png">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6576328" y="585788"/>
            <a:ext cx="228600" cy="228600"/>
          </a:xfrm>
          <a:prstGeom prst="rect">
            <a:avLst/>
          </a:prstGeom>
        </p:spPr>
      </p:pic>
      <p:sp>
        <p:nvSpPr>
          <p:cNvPr id="113" name="Text 74"/>
          <p:cNvSpPr/>
          <p:nvPr/>
        </p:nvSpPr>
        <p:spPr>
          <a:xfrm>
            <a:off x="16871603" y="633413"/>
            <a:ext cx="29854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</a:t>
            </a:r>
            <a:endParaRPr lang="en-US" sz="900" dirty="0"/>
          </a:p>
        </p:txBody>
      </p:sp>
      <p:pic>
        <p:nvPicPr>
          <p:cNvPr id="114" name="Image 37" descr="preencoded.png">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6576328" y="881063"/>
            <a:ext cx="228600" cy="228600"/>
          </a:xfrm>
          <a:prstGeom prst="rect">
            <a:avLst/>
          </a:prstGeom>
        </p:spPr>
      </p:pic>
      <p:sp>
        <p:nvSpPr>
          <p:cNvPr id="115" name="Text 75"/>
          <p:cNvSpPr/>
          <p:nvPr/>
        </p:nvSpPr>
        <p:spPr>
          <a:xfrm>
            <a:off x="16871603" y="928688"/>
            <a:ext cx="311348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Stop</a:t>
            </a:r>
            <a:endParaRPr lang="en-US" sz="900" dirty="0"/>
          </a:p>
        </p:txBody>
      </p:sp>
      <p:pic>
        <p:nvPicPr>
          <p:cNvPr id="116" name="Image 38" descr="preencoded.png">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7278201" y="585788"/>
            <a:ext cx="228600" cy="228600"/>
          </a:xfrm>
          <a:prstGeom prst="rect">
            <a:avLst/>
          </a:prstGeom>
        </p:spPr>
      </p:pic>
      <p:sp>
        <p:nvSpPr>
          <p:cNvPr id="117" name="Text 76"/>
          <p:cNvSpPr/>
          <p:nvPr/>
        </p:nvSpPr>
        <p:spPr>
          <a:xfrm>
            <a:off x="17573476" y="633413"/>
            <a:ext cx="628799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 GIF</a:t>
            </a:r>
            <a:endParaRPr lang="en-US" sz="900" dirty="0"/>
          </a:p>
        </p:txBody>
      </p:sp>
      <p:pic>
        <p:nvPicPr>
          <p:cNvPr id="118" name="Image 39" descr="preencoded.png">    </p:cNvPr>
          <p:cNvPicPr>
            <a:picLocks noChangeAspect="1"/>
          </p:cNvPicPr>
          <p:nvPr/>
        </p:nvPicPr>
        <p:blipFill>
          <a:blip r:embed="rId79">
            <a:extLst>
              <a:ext uri="{96DAC541-7B7A-43D3-8B79-37D633B846F1}">
                <asvg:svgBlip xmlns:asvg="http://schemas.microsoft.com/office/drawing/2016/SVG/main" r:embed="rId80"/>
              </a:ext>
            </a:extLst>
          </a:blip>
          <a:stretch>
            <a:fillRect/>
          </a:stretch>
        </p:blipFill>
        <p:spPr>
          <a:xfrm>
            <a:off x="17278201" y="881063"/>
            <a:ext cx="228600" cy="228600"/>
          </a:xfrm>
          <a:prstGeom prst="rect">
            <a:avLst/>
          </a:prstGeom>
        </p:spPr>
      </p:pic>
      <p:sp>
        <p:nvSpPr>
          <p:cNvPr id="119" name="Text 77"/>
          <p:cNvSpPr/>
          <p:nvPr/>
        </p:nvSpPr>
        <p:spPr>
          <a:xfrm>
            <a:off x="17573476" y="928688"/>
            <a:ext cx="406747" cy="17145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2B2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Speed</a:t>
            </a:r>
            <a:endParaRPr lang="en-US" sz="900" dirty="0"/>
          </a:p>
        </p:txBody>
      </p:sp>
      <p:sp>
        <p:nvSpPr>
          <p:cNvPr id="120" name="Text 78"/>
          <p:cNvSpPr/>
          <p:nvPr/>
        </p:nvSpPr>
        <p:spPr>
          <a:xfrm>
            <a:off x="17970698" y="942975"/>
            <a:ext cx="147935" cy="142875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5A66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▾</a:t>
            </a:r>
            <a:endParaRPr lang="en-US" sz="675" dirty="0"/>
          </a:p>
        </p:txBody>
      </p:sp>
      <p:sp>
        <p:nvSpPr>
          <p:cNvPr id="121" name="Text 79"/>
          <p:cNvSpPr/>
          <p:nvPr/>
        </p:nvSpPr>
        <p:spPr>
          <a:xfrm>
            <a:off x="15747653" y="1276350"/>
            <a:ext cx="2578447" cy="152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spc="38" kern="0" dirty="0">
                <a:solidFill>
                  <a:srgbClr val="646F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ANIMATE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2026-06-30T18:07:51Z</dcterms:created>
  <dcterms:modified xsi:type="dcterms:W3CDTF">2026-06-30T18:07:51Z</dcterms:modified>
</cp:coreProperties>
</file>