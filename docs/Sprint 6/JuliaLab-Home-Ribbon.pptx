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1905000"/>
  <p:notesSz cx="190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3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35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0" y="0"/>
            <a:ext cx="6096000" cy="952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6076950" y="0"/>
            <a:ext cx="611505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 Peach</cp:lastModifiedBy>
  <cp:revision>2</cp:revision>
  <dcterms:created xsi:type="dcterms:W3CDTF">2026-07-01T14:34:42Z</dcterms:created>
  <dcterms:modified xsi:type="dcterms:W3CDTF">2026-07-01T20:47:23Z</dcterms:modified>
</cp:coreProperties>
</file>