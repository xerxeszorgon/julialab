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7505700"/>
  <p:notesSz cx="75057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image" Target="../media/image-1-49.png"/><Relationship Id="rId50" Type="http://schemas.openxmlformats.org/officeDocument/2006/relationships/image" Target="../media/image-1-50.svg"/><Relationship Id="rId51" Type="http://schemas.openxmlformats.org/officeDocument/2006/relationships/image" Target="../media/image-1-51.png"/><Relationship Id="rId52" Type="http://schemas.openxmlformats.org/officeDocument/2006/relationships/image" Target="../media/image-1-52.svg"/><Relationship Id="rId53" Type="http://schemas.openxmlformats.org/officeDocument/2006/relationships/image" Target="../media/image-1-53.png"/><Relationship Id="rId54" Type="http://schemas.openxmlformats.org/officeDocument/2006/relationships/image" Target="../media/image-1-54.svg"/><Relationship Id="rId55" Type="http://schemas.openxmlformats.org/officeDocument/2006/relationships/image" Target="../media/image-1-55.png"/><Relationship Id="rId56" Type="http://schemas.openxmlformats.org/officeDocument/2006/relationships/image" Target="../media/image-1-56.svg"/><Relationship Id="rId57" Type="http://schemas.openxmlformats.org/officeDocument/2006/relationships/image" Target="../media/image-1-57.png"/><Relationship Id="rId58" Type="http://schemas.openxmlformats.org/officeDocument/2006/relationships/image" Target="../media/image-1-58.svg"/><Relationship Id="rId59" Type="http://schemas.openxmlformats.org/officeDocument/2006/relationships/image" Target="../media/image-1-59.png"/><Relationship Id="rId60" Type="http://schemas.openxmlformats.org/officeDocument/2006/relationships/image" Target="../media/image-1-60.svg"/><Relationship Id="rId61" Type="http://schemas.openxmlformats.org/officeDocument/2006/relationships/image" Target="../media/image-1-61.png"/><Relationship Id="rId62" Type="http://schemas.openxmlformats.org/officeDocument/2006/relationships/image" Target="../media/image-1-62.svg"/><Relationship Id="rId63" Type="http://schemas.openxmlformats.org/officeDocument/2006/relationships/image" Target="../media/image-1-63.png"/><Relationship Id="rId64" Type="http://schemas.openxmlformats.org/officeDocument/2006/relationships/image" Target="../media/image-1-64.svg"/><Relationship Id="rId65" Type="http://schemas.openxmlformats.org/officeDocument/2006/relationships/image" Target="../media/image-1-65.png"/><Relationship Id="rId66" Type="http://schemas.openxmlformats.org/officeDocument/2006/relationships/image" Target="../media/image-1-66.svg"/><Relationship Id="rId67" Type="http://schemas.openxmlformats.org/officeDocument/2006/relationships/image" Target="../media/image-1-67.png"/><Relationship Id="rId68" Type="http://schemas.openxmlformats.org/officeDocument/2006/relationships/image" Target="../media/image-1-68.svg"/><Relationship Id="rId69" Type="http://schemas.openxmlformats.org/officeDocument/2006/relationships/image" Target="../media/image-1-69.png"/><Relationship Id="rId70" Type="http://schemas.openxmlformats.org/officeDocument/2006/relationships/image" Target="../media/image-1-70.svg"/><Relationship Id="rId71" Type="http://schemas.openxmlformats.org/officeDocument/2006/relationships/image" Target="../media/image-1-71.png"/><Relationship Id="rId72" Type="http://schemas.openxmlformats.org/officeDocument/2006/relationships/image" Target="../media/image-1-72.svg"/><Relationship Id="rId73" Type="http://schemas.openxmlformats.org/officeDocument/2006/relationships/image" Target="../media/image-1-73.png"/><Relationship Id="rId74" Type="http://schemas.openxmlformats.org/officeDocument/2006/relationships/image" Target="../media/image-1-74.svg"/><Relationship Id="rId75" Type="http://schemas.openxmlformats.org/officeDocument/2006/relationships/image" Target="../media/image-1-75.png"/><Relationship Id="rId76" Type="http://schemas.openxmlformats.org/officeDocument/2006/relationships/image" Target="../media/image-1-76.svg"/><Relationship Id="rId77" Type="http://schemas.openxmlformats.org/officeDocument/2006/relationships/image" Target="../media/image-1-77.png"/><Relationship Id="rId78" Type="http://schemas.openxmlformats.org/officeDocument/2006/relationships/image" Target="../media/image-1-78.svg"/><Relationship Id="rId79" Type="http://schemas.openxmlformats.org/officeDocument/2006/relationships/slideLayout" Target="../slideLayouts/slideLayout1.xml"/><Relationship Id="rId8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7505700"/>
          </a:xfrm>
          <a:prstGeom prst="rect">
            <a:avLst/>
          </a:prstGeom>
          <a:ln w="9525">
            <a:solidFill>
              <a:srgbClr val="111111"/>
            </a:solidFill>
            <a:prstDash val="solid"/>
          </a:ln>
          <a:effectLst>
            <a:outerShdw sx="100000" sy="100000" kx="0" ky="0" algn="bl" rotWithShape="0" blurRad="381000" dist="762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525" y="9525"/>
            <a:ext cx="18268950" cy="28575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4" name="Shape 2"/>
          <p:cNvSpPr/>
          <p:nvPr/>
        </p:nvSpPr>
        <p:spPr>
          <a:xfrm>
            <a:off x="123825" y="102394"/>
            <a:ext cx="133350" cy="14288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" y="145256"/>
            <a:ext cx="133350" cy="14288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" y="188119"/>
            <a:ext cx="133350" cy="14288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7" name="Text 5"/>
          <p:cNvSpPr/>
          <p:nvPr/>
        </p:nvSpPr>
        <p:spPr>
          <a:xfrm>
            <a:off x="390525" y="85725"/>
            <a:ext cx="52491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CF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JuliaLab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66708" y="85725"/>
            <a:ext cx="107364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FD2D6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model.jl — JuliaLab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491472" y="80963"/>
            <a:ext cx="2000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7786747" y="76200"/>
            <a:ext cx="1809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8062972" y="71438"/>
            <a:ext cx="17740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9525" y="295275"/>
            <a:ext cx="18268950" cy="381000"/>
          </a:xfrm>
          <a:prstGeom prst="rect">
            <a:avLst/>
          </a:prstGeom>
          <a:gradFill rotWithShape="1">
            <a:gsLst>
              <a:gs pos="0">
                <a:srgbClr val="1F64AD">
                  <a:alpha val="100000"/>
                </a:srgbClr>
              </a:gs>
              <a:gs pos="100000">
                <a:srgbClr val="185696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3" name="Shape 11"/>
          <p:cNvSpPr/>
          <p:nvPr/>
        </p:nvSpPr>
        <p:spPr>
          <a:xfrm>
            <a:off x="9525" y="295275"/>
            <a:ext cx="612279" cy="3810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" y="295275"/>
            <a:ext cx="612279" cy="1905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" y="423863"/>
            <a:ext cx="3836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195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36104" y="414338"/>
            <a:ext cx="48160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446312" y="414338"/>
            <a:ext cx="349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024211" y="414338"/>
            <a:ext cx="3658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618631" y="414338"/>
            <a:ext cx="5368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3384054" y="414338"/>
            <a:ext cx="2430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855690" y="414338"/>
            <a:ext cx="19898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283273" y="414338"/>
            <a:ext cx="3539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865787" y="414338"/>
            <a:ext cx="36314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457527" y="414338"/>
            <a:ext cx="554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22" kern="0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Wolfram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15344775" y="371475"/>
            <a:ext cx="2476500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30500" y="423863"/>
            <a:ext cx="123825" cy="12382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621000" y="419100"/>
            <a:ext cx="18446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commands (Ctrl+Shift+P)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7916525" y="371475"/>
            <a:ext cx="228600" cy="228600"/>
          </a:xfrm>
          <a:prstGeom prst="ellipse">
            <a:avLst/>
          </a:prstGeom>
          <a:ln w="9525">
            <a:solidFill>
              <a:srgbClr val="CFE0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887950" y="38100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75" dirty="0"/>
          </a:p>
        </p:txBody>
      </p:sp>
      <p:sp>
        <p:nvSpPr>
          <p:cNvPr id="30" name="Shape 27"/>
          <p:cNvSpPr/>
          <p:nvPr/>
        </p:nvSpPr>
        <p:spPr>
          <a:xfrm>
            <a:off x="9525" y="676275"/>
            <a:ext cx="18268950" cy="1066800"/>
          </a:xfrm>
          <a:prstGeom prst="rect">
            <a:avLst/>
          </a:prstGeom>
          <a:gradFill rotWithShape="1">
            <a:gsLst>
              <a:gs pos="0">
                <a:srgbClr val="FCFCFD">
                  <a:alpha val="100000"/>
                </a:srgbClr>
              </a:gs>
              <a:gs pos="100000">
                <a:srgbClr val="EEF0F3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1" name="Shape 28"/>
          <p:cNvSpPr/>
          <p:nvPr/>
        </p:nvSpPr>
        <p:spPr>
          <a:xfrm>
            <a:off x="9525" y="1733550"/>
            <a:ext cx="18268950" cy="9525"/>
          </a:xfrm>
          <a:prstGeom prst="rect">
            <a:avLst/>
          </a:prstGeom>
          <a:solidFill>
            <a:srgbClr val="C7CAD0"/>
          </a:solidFill>
          <a:ln/>
        </p:spPr>
      </p:sp>
      <p:sp>
        <p:nvSpPr>
          <p:cNvPr id="32" name="Shape 29"/>
          <p:cNvSpPr/>
          <p:nvPr/>
        </p:nvSpPr>
        <p:spPr>
          <a:xfrm>
            <a:off x="9525" y="676275"/>
            <a:ext cx="800100" cy="1057275"/>
          </a:xfrm>
          <a:prstGeom prst="rect">
            <a:avLst/>
          </a:prstGeom>
          <a:gradFill rotWithShape="1">
            <a:gsLst>
              <a:gs pos="0">
                <a:srgbClr val="F2F6FC">
                  <a:alpha val="100000"/>
                </a:srgbClr>
              </a:gs>
              <a:gs pos="100000">
                <a:srgbClr val="E4EC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3" name="Shape 30"/>
          <p:cNvSpPr/>
          <p:nvPr/>
        </p:nvSpPr>
        <p:spPr>
          <a:xfrm>
            <a:off x="800100" y="676275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sp>
        <p:nvSpPr>
          <p:cNvPr id="34" name="Shape 31"/>
          <p:cNvSpPr/>
          <p:nvPr/>
        </p:nvSpPr>
        <p:spPr>
          <a:xfrm>
            <a:off x="176213" y="900113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5000"/>
              </a:srgbClr>
            </a:outerShdw>
          </a:effectLst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888" y="966788"/>
            <a:ext cx="323850" cy="32385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94370" y="1395413"/>
            <a:ext cx="49708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0" kern="0" dirty="0">
                <a:solidFill>
                  <a:srgbClr val="195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JuliaLab</a:t>
            </a:r>
            <a:endParaRPr lang="en-US" sz="825" dirty="0"/>
          </a:p>
        </p:txBody>
      </p:sp>
      <p:sp>
        <p:nvSpPr>
          <p:cNvPr id="37" name="Shape 33"/>
          <p:cNvSpPr/>
          <p:nvPr/>
        </p:nvSpPr>
        <p:spPr>
          <a:xfrm>
            <a:off x="3501033" y="676275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0" y="771525"/>
            <a:ext cx="285750" cy="28575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019026" y="1085850"/>
            <a:ext cx="304949" cy="284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File</a:t>
            </a:r>
            <a:endParaRPr lang="en-US" sz="9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1150" y="771525"/>
            <a:ext cx="285750" cy="28575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546027" y="1085850"/>
            <a:ext cx="355848" cy="161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4550" y="771525"/>
            <a:ext cx="285750" cy="28575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088952" y="1085850"/>
            <a:ext cx="336798" cy="161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9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09850" y="947737"/>
            <a:ext cx="161925" cy="161925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2838450" y="962025"/>
            <a:ext cx="48919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All</a:t>
            </a:r>
            <a:endParaRPr lang="en-US" sz="90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09850" y="1176338"/>
            <a:ext cx="161925" cy="161925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2838450" y="1190625"/>
            <a:ext cx="43844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3267373" y="1204913"/>
            <a:ext cx="147935" cy="1428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75" dirty="0"/>
          </a:p>
        </p:txBody>
      </p:sp>
      <p:sp>
        <p:nvSpPr>
          <p:cNvPr id="49" name="Text 40"/>
          <p:cNvSpPr/>
          <p:nvPr/>
        </p:nvSpPr>
        <p:spPr>
          <a:xfrm>
            <a:off x="769254" y="1571625"/>
            <a:ext cx="27721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825" dirty="0"/>
          </a:p>
        </p:txBody>
      </p:sp>
      <p:sp>
        <p:nvSpPr>
          <p:cNvPr id="50" name="Shape 41"/>
          <p:cNvSpPr/>
          <p:nvPr/>
        </p:nvSpPr>
        <p:spPr>
          <a:xfrm>
            <a:off x="6533555" y="676275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72483" y="947737"/>
            <a:ext cx="161925" cy="161925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3901083" y="962025"/>
            <a:ext cx="34944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</a:t>
            </a:r>
            <a:endParaRPr lang="en-US" sz="90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72483" y="1176338"/>
            <a:ext cx="161925" cy="161925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3901083" y="1190625"/>
            <a:ext cx="34944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</a:t>
            </a:r>
            <a:endParaRPr lang="en-US" sz="900" dirty="0"/>
          </a:p>
        </p:txBody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83881" y="771525"/>
            <a:ext cx="285750" cy="28575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342507" y="1085850"/>
            <a:ext cx="368498" cy="161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</a:t>
            </a:r>
            <a:endParaRPr lang="en-US" sz="900" dirty="0"/>
          </a:p>
        </p:txBody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879181" y="947737"/>
            <a:ext cx="161925" cy="161925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107781" y="962025"/>
            <a:ext cx="25419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</a:t>
            </a:r>
            <a:endParaRPr lang="en-US" sz="900" dirty="0"/>
          </a:p>
        </p:txBody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879181" y="1176338"/>
            <a:ext cx="161925" cy="161925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5107781" y="1190625"/>
            <a:ext cx="34304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900" dirty="0"/>
          </a:p>
        </p:txBody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546080" y="833438"/>
            <a:ext cx="161925" cy="161925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5774680" y="847725"/>
            <a:ext cx="29854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900" dirty="0"/>
          </a:p>
        </p:txBody>
      </p:sp>
      <p:sp>
        <p:nvSpPr>
          <p:cNvPr id="63" name="Text 48"/>
          <p:cNvSpPr/>
          <p:nvPr/>
        </p:nvSpPr>
        <p:spPr>
          <a:xfrm>
            <a:off x="6063704" y="862013"/>
            <a:ext cx="147935" cy="1428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75" dirty="0"/>
          </a:p>
        </p:txBody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46080" y="1062038"/>
            <a:ext cx="161925" cy="161925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5774680" y="1076325"/>
            <a:ext cx="49559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</a:t>
            </a:r>
            <a:endParaRPr lang="en-US" sz="900" dirty="0"/>
          </a:p>
        </p:txBody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546080" y="1290638"/>
            <a:ext cx="161925" cy="161925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5774680" y="1304925"/>
            <a:ext cx="673150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Multi-cursor</a:t>
            </a:r>
            <a:endParaRPr lang="en-US" sz="900" dirty="0"/>
          </a:p>
        </p:txBody>
      </p:sp>
      <p:sp>
        <p:nvSpPr>
          <p:cNvPr id="68" name="Text 51"/>
          <p:cNvSpPr/>
          <p:nvPr/>
        </p:nvSpPr>
        <p:spPr>
          <a:xfrm>
            <a:off x="3465213" y="1571625"/>
            <a:ext cx="31136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69" name="Shape 52"/>
          <p:cNvSpPr/>
          <p:nvPr/>
        </p:nvSpPr>
        <p:spPr>
          <a:xfrm>
            <a:off x="9363075" y="676275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781205" y="771525"/>
            <a:ext cx="285750" cy="285750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6647706" y="1085850"/>
            <a:ext cx="552748" cy="284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Definition</a:t>
            </a:r>
            <a:endParaRPr lang="en-US" sz="900" dirty="0"/>
          </a:p>
        </p:txBody>
      </p:sp>
      <p:pic>
        <p:nvPicPr>
          <p:cNvPr id="72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314605" y="947737"/>
            <a:ext cx="161925" cy="161925"/>
          </a:xfrm>
          <a:prstGeom prst="rect">
            <a:avLst/>
          </a:prstGeom>
        </p:spPr>
      </p:pic>
      <p:sp>
        <p:nvSpPr>
          <p:cNvPr id="73" name="Text 54"/>
          <p:cNvSpPr/>
          <p:nvPr/>
        </p:nvSpPr>
        <p:spPr>
          <a:xfrm>
            <a:off x="7543205" y="962025"/>
            <a:ext cx="914846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References</a:t>
            </a:r>
            <a:endParaRPr lang="en-US" sz="900" dirty="0"/>
          </a:p>
        </p:txBody>
      </p:sp>
      <p:pic>
        <p:nvPicPr>
          <p:cNvPr id="74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314605" y="1176338"/>
            <a:ext cx="161925" cy="161925"/>
          </a:xfrm>
          <a:prstGeom prst="rect">
            <a:avLst/>
          </a:prstGeom>
        </p:spPr>
      </p:pic>
      <p:sp>
        <p:nvSpPr>
          <p:cNvPr id="75" name="Text 55"/>
          <p:cNvSpPr/>
          <p:nvPr/>
        </p:nvSpPr>
        <p:spPr>
          <a:xfrm>
            <a:off x="7543205" y="1190625"/>
            <a:ext cx="851297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Search</a:t>
            </a:r>
            <a:endParaRPr lang="en-US" sz="900" dirty="0"/>
          </a:p>
        </p:txBody>
      </p:sp>
      <p:pic>
        <p:nvPicPr>
          <p:cNvPr id="76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553301" y="947737"/>
            <a:ext cx="161925" cy="161925"/>
          </a:xfrm>
          <a:prstGeom prst="rect">
            <a:avLst/>
          </a:prstGeom>
        </p:spPr>
      </p:pic>
      <p:sp>
        <p:nvSpPr>
          <p:cNvPr id="77" name="Text 56"/>
          <p:cNvSpPr/>
          <p:nvPr/>
        </p:nvSpPr>
        <p:spPr>
          <a:xfrm>
            <a:off x="8781901" y="962025"/>
            <a:ext cx="33039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900" dirty="0"/>
          </a:p>
        </p:txBody>
      </p:sp>
      <p:pic>
        <p:nvPicPr>
          <p:cNvPr id="78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553301" y="1176338"/>
            <a:ext cx="161925" cy="161925"/>
          </a:xfrm>
          <a:prstGeom prst="rect">
            <a:avLst/>
          </a:prstGeom>
        </p:spPr>
      </p:pic>
      <p:sp>
        <p:nvSpPr>
          <p:cNvPr id="79" name="Text 57"/>
          <p:cNvSpPr/>
          <p:nvPr/>
        </p:nvSpPr>
        <p:spPr>
          <a:xfrm>
            <a:off x="8781901" y="1190625"/>
            <a:ext cx="49544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80" name="Text 58"/>
          <p:cNvSpPr/>
          <p:nvPr/>
        </p:nvSpPr>
        <p:spPr>
          <a:xfrm>
            <a:off x="6500780" y="1571625"/>
            <a:ext cx="29045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</a:t>
            </a:r>
            <a:endParaRPr lang="en-US" sz="825" dirty="0"/>
          </a:p>
        </p:txBody>
      </p:sp>
      <p:sp>
        <p:nvSpPr>
          <p:cNvPr id="81" name="Shape 59"/>
          <p:cNvSpPr/>
          <p:nvPr/>
        </p:nvSpPr>
        <p:spPr>
          <a:xfrm>
            <a:off x="12287845" y="676275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82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601200" y="771525"/>
            <a:ext cx="285750" cy="285750"/>
          </a:xfrm>
          <a:prstGeom prst="rect">
            <a:avLst/>
          </a:prstGeom>
        </p:spPr>
      </p:pic>
      <p:sp>
        <p:nvSpPr>
          <p:cNvPr id="83" name="Text 60"/>
          <p:cNvSpPr/>
          <p:nvPr/>
        </p:nvSpPr>
        <p:spPr>
          <a:xfrm>
            <a:off x="9445377" y="1085850"/>
            <a:ext cx="597247" cy="284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Document</a:t>
            </a:r>
            <a:endParaRPr lang="en-US" sz="900" dirty="0"/>
          </a:p>
        </p:txBody>
      </p:sp>
      <p:pic>
        <p:nvPicPr>
          <p:cNvPr id="84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125075" y="947737"/>
            <a:ext cx="161925" cy="161925"/>
          </a:xfrm>
          <a:prstGeom prst="rect">
            <a:avLst/>
          </a:prstGeom>
        </p:spPr>
      </p:pic>
      <p:sp>
        <p:nvSpPr>
          <p:cNvPr id="85" name="Text 61"/>
          <p:cNvSpPr/>
          <p:nvPr/>
        </p:nvSpPr>
        <p:spPr>
          <a:xfrm>
            <a:off x="10353675" y="962025"/>
            <a:ext cx="394097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</a:t>
            </a:r>
            <a:endParaRPr lang="en-US" sz="900" dirty="0"/>
          </a:p>
        </p:txBody>
      </p:sp>
      <p:pic>
        <p:nvPicPr>
          <p:cNvPr id="86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125075" y="1176338"/>
            <a:ext cx="161925" cy="161925"/>
          </a:xfrm>
          <a:prstGeom prst="rect">
            <a:avLst/>
          </a:prstGeom>
        </p:spPr>
      </p:pic>
      <p:sp>
        <p:nvSpPr>
          <p:cNvPr id="87" name="Text 62"/>
          <p:cNvSpPr/>
          <p:nvPr/>
        </p:nvSpPr>
        <p:spPr>
          <a:xfrm>
            <a:off x="10353675" y="1190625"/>
            <a:ext cx="57164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900" dirty="0"/>
          </a:p>
        </p:txBody>
      </p:sp>
      <p:pic>
        <p:nvPicPr>
          <p:cNvPr id="88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020574" y="947737"/>
            <a:ext cx="161925" cy="161925"/>
          </a:xfrm>
          <a:prstGeom prst="rect">
            <a:avLst/>
          </a:prstGeom>
        </p:spPr>
      </p:pic>
      <p:sp>
        <p:nvSpPr>
          <p:cNvPr id="89" name="Text 63"/>
          <p:cNvSpPr/>
          <p:nvPr/>
        </p:nvSpPr>
        <p:spPr>
          <a:xfrm>
            <a:off x="11249174" y="962025"/>
            <a:ext cx="29854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</a:t>
            </a:r>
            <a:endParaRPr lang="en-US" sz="900" dirty="0"/>
          </a:p>
        </p:txBody>
      </p:sp>
      <p:pic>
        <p:nvPicPr>
          <p:cNvPr id="90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1020574" y="1176338"/>
            <a:ext cx="161925" cy="161925"/>
          </a:xfrm>
          <a:prstGeom prst="rect">
            <a:avLst/>
          </a:prstGeom>
        </p:spPr>
      </p:pic>
      <p:sp>
        <p:nvSpPr>
          <p:cNvPr id="91" name="Text 64"/>
          <p:cNvSpPr/>
          <p:nvPr/>
        </p:nvSpPr>
        <p:spPr>
          <a:xfrm>
            <a:off x="11249174" y="1190625"/>
            <a:ext cx="952946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Imports</a:t>
            </a:r>
            <a:endParaRPr lang="en-US" sz="900" dirty="0"/>
          </a:p>
        </p:txBody>
      </p:sp>
      <p:sp>
        <p:nvSpPr>
          <p:cNvPr id="92" name="Text 65"/>
          <p:cNvSpPr/>
          <p:nvPr/>
        </p:nvSpPr>
        <p:spPr>
          <a:xfrm>
            <a:off x="9328871" y="1571625"/>
            <a:ext cx="300270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825" dirty="0"/>
          </a:p>
        </p:txBody>
      </p:sp>
      <p:sp>
        <p:nvSpPr>
          <p:cNvPr id="93" name="Shape 66"/>
          <p:cNvSpPr/>
          <p:nvPr/>
        </p:nvSpPr>
        <p:spPr>
          <a:xfrm>
            <a:off x="15435114" y="676275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94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2516445" y="771525"/>
            <a:ext cx="285750" cy="285750"/>
          </a:xfrm>
          <a:prstGeom prst="rect">
            <a:avLst/>
          </a:prstGeom>
        </p:spPr>
      </p:pic>
      <p:sp>
        <p:nvSpPr>
          <p:cNvPr id="95" name="Text 67"/>
          <p:cNvSpPr/>
          <p:nvPr/>
        </p:nvSpPr>
        <p:spPr>
          <a:xfrm>
            <a:off x="12414647" y="1085850"/>
            <a:ext cx="489198" cy="284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File</a:t>
            </a:r>
            <a:endParaRPr lang="en-US" sz="900" dirty="0"/>
          </a:p>
        </p:txBody>
      </p:sp>
      <p:pic>
        <p:nvPicPr>
          <p:cNvPr id="96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3030795" y="947737"/>
            <a:ext cx="161925" cy="161925"/>
          </a:xfrm>
          <a:prstGeom prst="rect">
            <a:avLst/>
          </a:prstGeom>
        </p:spPr>
      </p:pic>
      <p:sp>
        <p:nvSpPr>
          <p:cNvPr id="97" name="Text 68"/>
          <p:cNvSpPr/>
          <p:nvPr/>
        </p:nvSpPr>
        <p:spPr>
          <a:xfrm>
            <a:off x="13259395" y="962025"/>
            <a:ext cx="991195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Selection</a:t>
            </a:r>
            <a:endParaRPr lang="en-US" sz="900" dirty="0"/>
          </a:p>
        </p:txBody>
      </p:sp>
      <p:pic>
        <p:nvPicPr>
          <p:cNvPr id="98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3030795" y="1176338"/>
            <a:ext cx="161925" cy="161925"/>
          </a:xfrm>
          <a:prstGeom prst="rect">
            <a:avLst/>
          </a:prstGeom>
        </p:spPr>
      </p:pic>
      <p:sp>
        <p:nvSpPr>
          <p:cNvPr id="99" name="Text 69"/>
          <p:cNvSpPr/>
          <p:nvPr/>
        </p:nvSpPr>
        <p:spPr>
          <a:xfrm>
            <a:off x="13259395" y="1190625"/>
            <a:ext cx="717947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Cell</a:t>
            </a:r>
            <a:endParaRPr lang="en-US" sz="900" dirty="0"/>
          </a:p>
        </p:txBody>
      </p:sp>
      <p:pic>
        <p:nvPicPr>
          <p:cNvPr id="100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4345841" y="947737"/>
            <a:ext cx="161925" cy="161925"/>
          </a:xfrm>
          <a:prstGeom prst="rect">
            <a:avLst/>
          </a:prstGeom>
        </p:spPr>
      </p:pic>
      <p:sp>
        <p:nvSpPr>
          <p:cNvPr id="101" name="Text 70"/>
          <p:cNvSpPr/>
          <p:nvPr/>
        </p:nvSpPr>
        <p:spPr>
          <a:xfrm>
            <a:off x="14574441" y="962025"/>
            <a:ext cx="77494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REPL</a:t>
            </a:r>
            <a:endParaRPr lang="en-US" sz="900" dirty="0"/>
          </a:p>
        </p:txBody>
      </p:sp>
      <p:pic>
        <p:nvPicPr>
          <p:cNvPr id="102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4345841" y="1176338"/>
            <a:ext cx="161925" cy="161925"/>
          </a:xfrm>
          <a:prstGeom prst="rect">
            <a:avLst/>
          </a:prstGeom>
        </p:spPr>
      </p:pic>
      <p:sp>
        <p:nvSpPr>
          <p:cNvPr id="103" name="Text 71"/>
          <p:cNvSpPr/>
          <p:nvPr/>
        </p:nvSpPr>
        <p:spPr>
          <a:xfrm>
            <a:off x="14574441" y="1190625"/>
            <a:ext cx="31134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900" dirty="0"/>
          </a:p>
        </p:txBody>
      </p:sp>
      <p:sp>
        <p:nvSpPr>
          <p:cNvPr id="104" name="Text 72"/>
          <p:cNvSpPr/>
          <p:nvPr/>
        </p:nvSpPr>
        <p:spPr>
          <a:xfrm>
            <a:off x="12250304" y="1571625"/>
            <a:ext cx="323187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25" dirty="0"/>
          </a:p>
        </p:txBody>
      </p:sp>
      <p:pic>
        <p:nvPicPr>
          <p:cNvPr id="105" name="Image 30" descr="preencoded.p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5673239" y="771525"/>
            <a:ext cx="285750" cy="285750"/>
          </a:xfrm>
          <a:prstGeom prst="rect">
            <a:avLst/>
          </a:prstGeom>
        </p:spPr>
      </p:pic>
      <p:sp>
        <p:nvSpPr>
          <p:cNvPr id="106" name="Text 73"/>
          <p:cNvSpPr/>
          <p:nvPr/>
        </p:nvSpPr>
        <p:spPr>
          <a:xfrm>
            <a:off x="15609689" y="1085850"/>
            <a:ext cx="412849" cy="284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 point</a:t>
            </a:r>
            <a:endParaRPr lang="en-US" sz="900" dirty="0"/>
          </a:p>
        </p:txBody>
      </p:sp>
      <p:pic>
        <p:nvPicPr>
          <p:cNvPr id="107" name="Image 31" descr="preencoded.png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6197114" y="833438"/>
            <a:ext cx="161925" cy="161925"/>
          </a:xfrm>
          <a:prstGeom prst="rect">
            <a:avLst/>
          </a:prstGeom>
        </p:spPr>
      </p:pic>
      <p:sp>
        <p:nvSpPr>
          <p:cNvPr id="108" name="Text 74"/>
          <p:cNvSpPr/>
          <p:nvPr/>
        </p:nvSpPr>
        <p:spPr>
          <a:xfrm>
            <a:off x="16425714" y="847725"/>
            <a:ext cx="31134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900" dirty="0"/>
          </a:p>
        </p:txBody>
      </p:sp>
      <p:pic>
        <p:nvPicPr>
          <p:cNvPr id="109" name="Image 32" descr="preencoded.p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6197114" y="1062038"/>
            <a:ext cx="161925" cy="161925"/>
          </a:xfrm>
          <a:prstGeom prst="rect">
            <a:avLst/>
          </a:prstGeom>
        </p:spPr>
      </p:pic>
      <p:sp>
        <p:nvSpPr>
          <p:cNvPr id="110" name="Text 75"/>
          <p:cNvSpPr/>
          <p:nvPr/>
        </p:nvSpPr>
        <p:spPr>
          <a:xfrm>
            <a:off x="16425714" y="1076325"/>
            <a:ext cx="533846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900" dirty="0"/>
          </a:p>
        </p:txBody>
      </p:sp>
      <p:pic>
        <p:nvPicPr>
          <p:cNvPr id="111" name="Image 33" descr="preencoded.p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6197114" y="1290638"/>
            <a:ext cx="161925" cy="161925"/>
          </a:xfrm>
          <a:prstGeom prst="rect">
            <a:avLst/>
          </a:prstGeom>
        </p:spPr>
      </p:pic>
      <p:sp>
        <p:nvSpPr>
          <p:cNvPr id="112" name="Text 76"/>
          <p:cNvSpPr/>
          <p:nvPr/>
        </p:nvSpPr>
        <p:spPr>
          <a:xfrm>
            <a:off x="16425714" y="1304925"/>
            <a:ext cx="544264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13" name="Text 77"/>
          <p:cNvSpPr/>
          <p:nvPr/>
        </p:nvSpPr>
        <p:spPr>
          <a:xfrm>
            <a:off x="15406539" y="1571625"/>
            <a:ext cx="168726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</a:t>
            </a:r>
            <a:endParaRPr lang="en-US" sz="825" dirty="0"/>
          </a:p>
        </p:txBody>
      </p:sp>
      <p:sp>
        <p:nvSpPr>
          <p:cNvPr id="114" name="Shape 78"/>
          <p:cNvSpPr/>
          <p:nvPr/>
        </p:nvSpPr>
        <p:spPr>
          <a:xfrm>
            <a:off x="9525" y="1743075"/>
            <a:ext cx="18268950" cy="266700"/>
          </a:xfrm>
          <a:prstGeom prst="rect">
            <a:avLst/>
          </a:prstGeom>
          <a:solidFill>
            <a:srgbClr val="F6F7F9"/>
          </a:solidFill>
          <a:ln/>
        </p:spPr>
      </p:sp>
      <p:sp>
        <p:nvSpPr>
          <p:cNvPr id="115" name="Shape 79"/>
          <p:cNvSpPr/>
          <p:nvPr/>
        </p:nvSpPr>
        <p:spPr>
          <a:xfrm>
            <a:off x="9525" y="2000250"/>
            <a:ext cx="18268950" cy="9525"/>
          </a:xfrm>
          <a:prstGeom prst="rect">
            <a:avLst/>
          </a:prstGeom>
          <a:solidFill>
            <a:srgbClr val="D4D7DC"/>
          </a:solidFill>
          <a:ln/>
        </p:spPr>
      </p:sp>
      <p:pic>
        <p:nvPicPr>
          <p:cNvPr id="116" name="Image 34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42875" y="1800225"/>
            <a:ext cx="142875" cy="142875"/>
          </a:xfrm>
          <a:prstGeom prst="rect">
            <a:avLst/>
          </a:prstGeom>
        </p:spPr>
      </p:pic>
      <p:sp>
        <p:nvSpPr>
          <p:cNvPr id="117" name="Text 80"/>
          <p:cNvSpPr/>
          <p:nvPr/>
        </p:nvSpPr>
        <p:spPr>
          <a:xfrm>
            <a:off x="400050" y="1804988"/>
            <a:ext cx="190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900" dirty="0"/>
          </a:p>
        </p:txBody>
      </p:sp>
      <p:sp>
        <p:nvSpPr>
          <p:cNvPr id="118" name="Text 81"/>
          <p:cNvSpPr/>
          <p:nvPr/>
        </p:nvSpPr>
        <p:spPr>
          <a:xfrm>
            <a:off x="590550" y="1804988"/>
            <a:ext cx="190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19" name="Text 82"/>
          <p:cNvSpPr/>
          <p:nvPr/>
        </p:nvSpPr>
        <p:spPr>
          <a:xfrm>
            <a:off x="819150" y="1804988"/>
            <a:ext cx="5019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A47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JuliaLab</a:t>
            </a:r>
            <a:endParaRPr lang="en-US" sz="900" dirty="0"/>
          </a:p>
        </p:txBody>
      </p:sp>
      <p:sp>
        <p:nvSpPr>
          <p:cNvPr id="120" name="Text 83"/>
          <p:cNvSpPr/>
          <p:nvPr/>
        </p:nvSpPr>
        <p:spPr>
          <a:xfrm>
            <a:off x="1359247" y="1804988"/>
            <a:ext cx="114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3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900" dirty="0"/>
          </a:p>
        </p:txBody>
      </p:sp>
      <p:sp>
        <p:nvSpPr>
          <p:cNvPr id="121" name="Text 84"/>
          <p:cNvSpPr/>
          <p:nvPr/>
        </p:nvSpPr>
        <p:spPr>
          <a:xfrm>
            <a:off x="1511647" y="1804988"/>
            <a:ext cx="2286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</a:t>
            </a:r>
            <a:endParaRPr lang="en-US" sz="900" dirty="0"/>
          </a:p>
        </p:txBody>
      </p:sp>
      <p:sp>
        <p:nvSpPr>
          <p:cNvPr id="122" name="Text 85"/>
          <p:cNvSpPr/>
          <p:nvPr/>
        </p:nvSpPr>
        <p:spPr>
          <a:xfrm>
            <a:off x="1778347" y="1804988"/>
            <a:ext cx="1143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3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900" dirty="0"/>
          </a:p>
        </p:txBody>
      </p:sp>
      <p:sp>
        <p:nvSpPr>
          <p:cNvPr id="123" name="Text 86"/>
          <p:cNvSpPr/>
          <p:nvPr/>
        </p:nvSpPr>
        <p:spPr>
          <a:xfrm>
            <a:off x="1930747" y="1804988"/>
            <a:ext cx="4701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model.jl</a:t>
            </a:r>
            <a:endParaRPr lang="en-US" sz="900" dirty="0"/>
          </a:p>
        </p:txBody>
      </p:sp>
      <p:sp>
        <p:nvSpPr>
          <p:cNvPr id="124" name="Shape 87"/>
          <p:cNvSpPr/>
          <p:nvPr/>
        </p:nvSpPr>
        <p:spPr>
          <a:xfrm>
            <a:off x="9525" y="2009775"/>
            <a:ext cx="457200" cy="5486400"/>
          </a:xfrm>
          <a:prstGeom prst="rect">
            <a:avLst/>
          </a:prstGeom>
          <a:solidFill>
            <a:srgbClr val="333538"/>
          </a:solidFill>
          <a:ln/>
        </p:spPr>
      </p:sp>
      <p:pic>
        <p:nvPicPr>
          <p:cNvPr id="125" name="Image 35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33350" y="2105025"/>
            <a:ext cx="209550" cy="209550"/>
          </a:xfrm>
          <a:prstGeom prst="rect">
            <a:avLst/>
          </a:prstGeom>
        </p:spPr>
      </p:pic>
      <p:pic>
        <p:nvPicPr>
          <p:cNvPr id="126" name="Image 36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33350" y="2486025"/>
            <a:ext cx="209550" cy="209550"/>
          </a:xfrm>
          <a:prstGeom prst="rect">
            <a:avLst/>
          </a:prstGeom>
        </p:spPr>
      </p:pic>
      <p:pic>
        <p:nvPicPr>
          <p:cNvPr id="127" name="Image 37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33350" y="2867025"/>
            <a:ext cx="209550" cy="209550"/>
          </a:xfrm>
          <a:prstGeom prst="rect">
            <a:avLst/>
          </a:prstGeom>
        </p:spPr>
      </p:pic>
      <p:pic>
        <p:nvPicPr>
          <p:cNvPr id="128" name="Image 38" descr="preencoded.png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33350" y="3248025"/>
            <a:ext cx="209550" cy="209550"/>
          </a:xfrm>
          <a:prstGeom prst="rect">
            <a:avLst/>
          </a:prstGeom>
        </p:spPr>
      </p:pic>
      <p:sp>
        <p:nvSpPr>
          <p:cNvPr id="129" name="Shape 88"/>
          <p:cNvSpPr/>
          <p:nvPr/>
        </p:nvSpPr>
        <p:spPr>
          <a:xfrm>
            <a:off x="466725" y="2009775"/>
            <a:ext cx="2190750" cy="5486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30" name="Text 89"/>
          <p:cNvSpPr/>
          <p:nvPr/>
        </p:nvSpPr>
        <p:spPr>
          <a:xfrm>
            <a:off x="619125" y="2105025"/>
            <a:ext cx="196215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75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825" dirty="0"/>
          </a:p>
        </p:txBody>
      </p:sp>
      <p:sp>
        <p:nvSpPr>
          <p:cNvPr id="131" name="Text 90"/>
          <p:cNvSpPr/>
          <p:nvPr/>
        </p:nvSpPr>
        <p:spPr>
          <a:xfrm>
            <a:off x="581025" y="2300288"/>
            <a:ext cx="15344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30" kern="0" dirty="0">
                <a:solidFill>
                  <a:srgbClr val="CF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75" dirty="0"/>
          </a:p>
        </p:txBody>
      </p:sp>
      <p:sp>
        <p:nvSpPr>
          <p:cNvPr id="132" name="Text 91"/>
          <p:cNvSpPr/>
          <p:nvPr/>
        </p:nvSpPr>
        <p:spPr>
          <a:xfrm>
            <a:off x="696367" y="2295525"/>
            <a:ext cx="6121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spc="30" kern="0" dirty="0">
                <a:solidFill>
                  <a:srgbClr val="CF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JULIALAB</a:t>
            </a:r>
            <a:endParaRPr lang="en-US" sz="863" dirty="0"/>
          </a:p>
        </p:txBody>
      </p:sp>
      <p:sp>
        <p:nvSpPr>
          <p:cNvPr id="133" name="Text 92"/>
          <p:cNvSpPr/>
          <p:nvPr/>
        </p:nvSpPr>
        <p:spPr>
          <a:xfrm>
            <a:off x="714375" y="2486025"/>
            <a:ext cx="14793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BFC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675" dirty="0"/>
          </a:p>
        </p:txBody>
      </p:sp>
      <p:sp>
        <p:nvSpPr>
          <p:cNvPr id="134" name="Text 93"/>
          <p:cNvSpPr/>
          <p:nvPr/>
        </p:nvSpPr>
        <p:spPr>
          <a:xfrm>
            <a:off x="843260" y="2476500"/>
            <a:ext cx="4457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FC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src</a:t>
            </a:r>
            <a:endParaRPr lang="en-US" sz="975" dirty="0"/>
          </a:p>
        </p:txBody>
      </p:sp>
      <p:sp>
        <p:nvSpPr>
          <p:cNvPr id="135" name="Text 94"/>
          <p:cNvSpPr/>
          <p:nvPr/>
        </p:nvSpPr>
        <p:spPr>
          <a:xfrm>
            <a:off x="866775" y="2676525"/>
            <a:ext cx="17526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FC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utils.jl</a:t>
            </a:r>
            <a:endParaRPr lang="en-US" sz="975" dirty="0"/>
          </a:p>
        </p:txBody>
      </p:sp>
      <p:sp>
        <p:nvSpPr>
          <p:cNvPr id="136" name="Shape 95"/>
          <p:cNvSpPr/>
          <p:nvPr/>
        </p:nvSpPr>
        <p:spPr>
          <a:xfrm>
            <a:off x="466725" y="2867025"/>
            <a:ext cx="2190750" cy="219075"/>
          </a:xfrm>
          <a:prstGeom prst="rect">
            <a:avLst/>
          </a:prstGeom>
          <a:solidFill>
            <a:srgbClr val="37373D"/>
          </a:solidFill>
          <a:ln/>
        </p:spPr>
      </p:sp>
      <p:sp>
        <p:nvSpPr>
          <p:cNvPr id="137" name="Shape 96"/>
          <p:cNvSpPr/>
          <p:nvPr/>
        </p:nvSpPr>
        <p:spPr>
          <a:xfrm>
            <a:off x="466725" y="2867025"/>
            <a:ext cx="19050" cy="219075"/>
          </a:xfrm>
          <a:prstGeom prst="rect">
            <a:avLst/>
          </a:prstGeom>
          <a:solidFill>
            <a:srgbClr val="1F64AD"/>
          </a:solidFill>
          <a:ln/>
        </p:spPr>
      </p:sp>
      <p:sp>
        <p:nvSpPr>
          <p:cNvPr id="138" name="Text 97"/>
          <p:cNvSpPr/>
          <p:nvPr/>
        </p:nvSpPr>
        <p:spPr>
          <a:xfrm>
            <a:off x="885825" y="2895600"/>
            <a:ext cx="17335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model.jl</a:t>
            </a:r>
            <a:endParaRPr lang="en-US" sz="975" dirty="0"/>
          </a:p>
        </p:txBody>
      </p:sp>
      <p:sp>
        <p:nvSpPr>
          <p:cNvPr id="139" name="Text 98"/>
          <p:cNvSpPr/>
          <p:nvPr/>
        </p:nvSpPr>
        <p:spPr>
          <a:xfrm>
            <a:off x="866775" y="3114675"/>
            <a:ext cx="17526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FC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plots.jl</a:t>
            </a:r>
            <a:endParaRPr lang="en-US" sz="975" dirty="0"/>
          </a:p>
        </p:txBody>
      </p:sp>
      <p:sp>
        <p:nvSpPr>
          <p:cNvPr id="140" name="Text 99"/>
          <p:cNvSpPr/>
          <p:nvPr/>
        </p:nvSpPr>
        <p:spPr>
          <a:xfrm>
            <a:off x="714375" y="3362325"/>
            <a:ext cx="14793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BFC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675" dirty="0"/>
          </a:p>
        </p:txBody>
      </p:sp>
      <p:sp>
        <p:nvSpPr>
          <p:cNvPr id="141" name="Text 100"/>
          <p:cNvSpPr/>
          <p:nvPr/>
        </p:nvSpPr>
        <p:spPr>
          <a:xfrm>
            <a:off x="843260" y="3352800"/>
            <a:ext cx="480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FC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test</a:t>
            </a:r>
            <a:endParaRPr lang="en-US" sz="975" dirty="0"/>
          </a:p>
        </p:txBody>
      </p:sp>
      <p:sp>
        <p:nvSpPr>
          <p:cNvPr id="142" name="Text 101"/>
          <p:cNvSpPr/>
          <p:nvPr/>
        </p:nvSpPr>
        <p:spPr>
          <a:xfrm>
            <a:off x="714375" y="3552825"/>
            <a:ext cx="1905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FC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Project.toml</a:t>
            </a:r>
            <a:endParaRPr lang="en-US" sz="975" dirty="0"/>
          </a:p>
        </p:txBody>
      </p:sp>
      <p:sp>
        <p:nvSpPr>
          <p:cNvPr id="143" name="Text 102"/>
          <p:cNvSpPr/>
          <p:nvPr/>
        </p:nvSpPr>
        <p:spPr>
          <a:xfrm>
            <a:off x="714375" y="3771900"/>
            <a:ext cx="1905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FC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Manifest.toml</a:t>
            </a:r>
            <a:endParaRPr lang="en-US" sz="975" dirty="0"/>
          </a:p>
        </p:txBody>
      </p:sp>
      <p:sp>
        <p:nvSpPr>
          <p:cNvPr id="144" name="Shape 103"/>
          <p:cNvSpPr/>
          <p:nvPr/>
        </p:nvSpPr>
        <p:spPr>
          <a:xfrm>
            <a:off x="2657475" y="2009775"/>
            <a:ext cx="15621000" cy="5486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5" name="Shape 104"/>
          <p:cNvSpPr/>
          <p:nvPr/>
        </p:nvSpPr>
        <p:spPr>
          <a:xfrm>
            <a:off x="2657475" y="2009775"/>
            <a:ext cx="15621000" cy="333375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46" name="Shape 105"/>
          <p:cNvSpPr/>
          <p:nvPr/>
        </p:nvSpPr>
        <p:spPr>
          <a:xfrm>
            <a:off x="2657475" y="2009775"/>
            <a:ext cx="935980" cy="33337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7" name="Shape 106"/>
          <p:cNvSpPr/>
          <p:nvPr/>
        </p:nvSpPr>
        <p:spPr>
          <a:xfrm>
            <a:off x="2657475" y="2009775"/>
            <a:ext cx="935980" cy="9525"/>
          </a:xfrm>
          <a:prstGeom prst="rect">
            <a:avLst/>
          </a:prstGeom>
          <a:solidFill>
            <a:srgbClr val="1F64AD"/>
          </a:solidFill>
          <a:ln/>
        </p:spPr>
      </p:sp>
      <p:sp>
        <p:nvSpPr>
          <p:cNvPr id="148" name="Text 107"/>
          <p:cNvSpPr/>
          <p:nvPr/>
        </p:nvSpPr>
        <p:spPr>
          <a:xfrm>
            <a:off x="2809875" y="2019300"/>
            <a:ext cx="7073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model.jl</a:t>
            </a:r>
            <a:endParaRPr lang="en-US" sz="975" dirty="0"/>
          </a:p>
        </p:txBody>
      </p:sp>
      <p:sp>
        <p:nvSpPr>
          <p:cNvPr id="149" name="Text 108"/>
          <p:cNvSpPr/>
          <p:nvPr/>
        </p:nvSpPr>
        <p:spPr>
          <a:xfrm>
            <a:off x="3745855" y="2009775"/>
            <a:ext cx="59025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utils.jl</a:t>
            </a:r>
            <a:endParaRPr lang="en-US" sz="975" dirty="0"/>
          </a:p>
        </p:txBody>
      </p:sp>
      <p:sp>
        <p:nvSpPr>
          <p:cNvPr id="150" name="Shape 109"/>
          <p:cNvSpPr/>
          <p:nvPr/>
        </p:nvSpPr>
        <p:spPr>
          <a:xfrm>
            <a:off x="2657475" y="2343150"/>
            <a:ext cx="400050" cy="372427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1" name="Text 110"/>
          <p:cNvSpPr/>
          <p:nvPr/>
        </p:nvSpPr>
        <p:spPr>
          <a:xfrm>
            <a:off x="2657475" y="2438400"/>
            <a:ext cx="323850" cy="3667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5A6068"/>
                </a:solidFill>
                <a:highlight>
                  <a:srgbClr val="1E1E1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1 2 3 4 5 6 7 8 9 10 11 12 13 14 15 16 17</a:t>
            </a:r>
            <a:endParaRPr lang="en-US" sz="1013" dirty="0"/>
          </a:p>
        </p:txBody>
      </p:sp>
      <p:sp>
        <p:nvSpPr>
          <p:cNvPr id="152" name="Text 111"/>
          <p:cNvSpPr/>
          <p:nvPr/>
        </p:nvSpPr>
        <p:spPr>
          <a:xfrm>
            <a:off x="3190875" y="2438400"/>
            <a:ext cx="15544229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LinearAlgebra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</a:t>
            </a:r>
            <a:endParaRPr lang="en-US" sz="1013" dirty="0"/>
          </a:p>
        </p:txBody>
      </p:sp>
      <p:sp>
        <p:nvSpPr>
          <p:cNvPr id="153" name="Text 112"/>
          <p:cNvSpPr/>
          <p:nvPr/>
        </p:nvSpPr>
        <p:spPr>
          <a:xfrm>
            <a:off x="3190875" y="2819400"/>
            <a:ext cx="15544229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"""Compute the running mean of a vector."""</a:t>
            </a:r>
            <a:endParaRPr lang="en-US" sz="1013" dirty="0"/>
          </a:p>
        </p:txBody>
      </p:sp>
      <p:sp>
        <p:nvSpPr>
          <p:cNvPr id="154" name="Text 113"/>
          <p:cNvSpPr/>
          <p:nvPr/>
        </p:nvSpPr>
        <p:spPr>
          <a:xfrm>
            <a:off x="3190875" y="3009900"/>
            <a:ext cx="15544229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running_mean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(x::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13" dirty="0"/>
          </a:p>
        </p:txBody>
      </p:sp>
      <p:sp>
        <p:nvSpPr>
          <p:cNvPr id="155" name="Text 114"/>
          <p:cNvSpPr/>
          <p:nvPr/>
        </p:nvSpPr>
        <p:spPr>
          <a:xfrm>
            <a:off x="3495675" y="3200400"/>
            <a:ext cx="15239428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</a:t>
            </a:r>
            <a:endParaRPr lang="en-US" sz="1013" dirty="0"/>
          </a:p>
        </p:txBody>
      </p:sp>
      <p:sp>
        <p:nvSpPr>
          <p:cNvPr id="156" name="Text 115"/>
          <p:cNvSpPr/>
          <p:nvPr/>
        </p:nvSpPr>
        <p:spPr>
          <a:xfrm>
            <a:off x="3495675" y="3390900"/>
            <a:ext cx="15239428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</a:t>
            </a:r>
            <a:endParaRPr lang="en-US" sz="1013" dirty="0"/>
          </a:p>
        </p:txBody>
      </p:sp>
      <p:sp>
        <p:nvSpPr>
          <p:cNvPr id="157" name="Text 116"/>
          <p:cNvSpPr/>
          <p:nvPr/>
        </p:nvSpPr>
        <p:spPr>
          <a:xfrm>
            <a:off x="3495675" y="3581400"/>
            <a:ext cx="15239428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013" dirty="0"/>
          </a:p>
        </p:txBody>
      </p:sp>
      <p:sp>
        <p:nvSpPr>
          <p:cNvPr id="158" name="Text 117"/>
          <p:cNvSpPr/>
          <p:nvPr/>
        </p:nvSpPr>
        <p:spPr>
          <a:xfrm>
            <a:off x="3495675" y="3771900"/>
            <a:ext cx="15239428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</a:t>
            </a:r>
            <a:endParaRPr lang="en-US" sz="1013" dirty="0"/>
          </a:p>
        </p:txBody>
      </p:sp>
      <p:sp>
        <p:nvSpPr>
          <p:cNvPr id="159" name="Text 118"/>
          <p:cNvSpPr/>
          <p:nvPr/>
        </p:nvSpPr>
        <p:spPr>
          <a:xfrm>
            <a:off x="3800475" y="3962400"/>
            <a:ext cx="14934629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+= x[i]</a:t>
            </a:r>
            <a:endParaRPr lang="en-US" sz="1013" dirty="0"/>
          </a:p>
        </p:txBody>
      </p:sp>
      <p:sp>
        <p:nvSpPr>
          <p:cNvPr id="160" name="Text 119"/>
          <p:cNvSpPr/>
          <p:nvPr/>
        </p:nvSpPr>
        <p:spPr>
          <a:xfrm>
            <a:off x="3800475" y="4152900"/>
            <a:ext cx="14934629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out[i] = acc / i</a:t>
            </a:r>
            <a:endParaRPr lang="en-US" sz="1013" dirty="0"/>
          </a:p>
        </p:txBody>
      </p:sp>
      <p:sp>
        <p:nvSpPr>
          <p:cNvPr id="161" name="Text 120"/>
          <p:cNvSpPr/>
          <p:nvPr/>
        </p:nvSpPr>
        <p:spPr>
          <a:xfrm>
            <a:off x="3495675" y="4343400"/>
            <a:ext cx="15239428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13" dirty="0"/>
          </a:p>
        </p:txBody>
      </p:sp>
      <p:sp>
        <p:nvSpPr>
          <p:cNvPr id="162" name="Text 121"/>
          <p:cNvSpPr/>
          <p:nvPr/>
        </p:nvSpPr>
        <p:spPr>
          <a:xfrm>
            <a:off x="3495675" y="4533900"/>
            <a:ext cx="15239428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</a:t>
            </a:r>
            <a:endParaRPr lang="en-US" sz="1013" dirty="0"/>
          </a:p>
        </p:txBody>
      </p:sp>
      <p:sp>
        <p:nvSpPr>
          <p:cNvPr id="163" name="Text 122"/>
          <p:cNvSpPr/>
          <p:nvPr/>
        </p:nvSpPr>
        <p:spPr>
          <a:xfrm>
            <a:off x="3190875" y="4724400"/>
            <a:ext cx="15544229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13" dirty="0"/>
          </a:p>
        </p:txBody>
      </p:sp>
      <p:sp>
        <p:nvSpPr>
          <p:cNvPr id="164" name="Text 123"/>
          <p:cNvSpPr/>
          <p:nvPr/>
        </p:nvSpPr>
        <p:spPr>
          <a:xfrm>
            <a:off x="3190875" y="5105400"/>
            <a:ext cx="15544229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randn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13" dirty="0"/>
          </a:p>
        </p:txBody>
      </p:sp>
      <p:sp>
        <p:nvSpPr>
          <p:cNvPr id="165" name="Text 124"/>
          <p:cNvSpPr/>
          <p:nvPr/>
        </p:nvSpPr>
        <p:spPr>
          <a:xfrm>
            <a:off x="3190875" y="5295900"/>
            <a:ext cx="15544229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 = 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running_mean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(data)</a:t>
            </a:r>
            <a:endParaRPr lang="en-US" sz="1013" dirty="0"/>
          </a:p>
        </p:txBody>
      </p:sp>
      <p:sp>
        <p:nvSpPr>
          <p:cNvPr id="166" name="Text 125"/>
          <p:cNvSpPr/>
          <p:nvPr/>
        </p:nvSpPr>
        <p:spPr>
          <a:xfrm>
            <a:off x="3190875" y="5486400"/>
            <a:ext cx="15544229" cy="228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"final mean = "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μ[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ct val="148148"/>
              </a:lnSpc>
              <a:buNone/>
            </a:pPr>
            <a:r>
              <a:rPr lang="en-US" sz="1013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13" dirty="0"/>
          </a:p>
        </p:txBody>
      </p:sp>
      <p:sp>
        <p:nvSpPr>
          <p:cNvPr id="167" name="Shape 126"/>
          <p:cNvSpPr/>
          <p:nvPr/>
        </p:nvSpPr>
        <p:spPr>
          <a:xfrm>
            <a:off x="2657475" y="6067425"/>
            <a:ext cx="15621000" cy="1428750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168" name="Shape 127"/>
          <p:cNvSpPr/>
          <p:nvPr/>
        </p:nvSpPr>
        <p:spPr>
          <a:xfrm>
            <a:off x="2657475" y="6067425"/>
            <a:ext cx="15621000" cy="95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9" name="Shape 128"/>
          <p:cNvSpPr/>
          <p:nvPr/>
        </p:nvSpPr>
        <p:spPr>
          <a:xfrm>
            <a:off x="2657475" y="6353175"/>
            <a:ext cx="15621000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0" name="Shape 129"/>
          <p:cNvSpPr/>
          <p:nvPr/>
        </p:nvSpPr>
        <p:spPr>
          <a:xfrm>
            <a:off x="2809875" y="6324600"/>
            <a:ext cx="646956" cy="9525"/>
          </a:xfrm>
          <a:prstGeom prst="rect">
            <a:avLst/>
          </a:prstGeom>
          <a:solidFill>
            <a:srgbClr val="1F64AD"/>
          </a:solidFill>
          <a:ln/>
        </p:spPr>
      </p:sp>
      <p:sp>
        <p:nvSpPr>
          <p:cNvPr id="171" name="Text 130"/>
          <p:cNvSpPr/>
          <p:nvPr/>
        </p:nvSpPr>
        <p:spPr>
          <a:xfrm>
            <a:off x="2809875" y="6153150"/>
            <a:ext cx="72315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REPL</a:t>
            </a:r>
            <a:endParaRPr lang="en-US" sz="863" dirty="0"/>
          </a:p>
        </p:txBody>
      </p:sp>
      <p:sp>
        <p:nvSpPr>
          <p:cNvPr id="172" name="Text 131"/>
          <p:cNvSpPr/>
          <p:nvPr/>
        </p:nvSpPr>
        <p:spPr>
          <a:xfrm>
            <a:off x="3647331" y="6157913"/>
            <a:ext cx="6606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3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863" dirty="0"/>
          </a:p>
        </p:txBody>
      </p:sp>
      <p:sp>
        <p:nvSpPr>
          <p:cNvPr id="173" name="Text 132"/>
          <p:cNvSpPr/>
          <p:nvPr/>
        </p:nvSpPr>
        <p:spPr>
          <a:xfrm>
            <a:off x="4422279" y="6157913"/>
            <a:ext cx="71541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3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</a:t>
            </a:r>
            <a:endParaRPr lang="en-US" sz="863" dirty="0"/>
          </a:p>
        </p:txBody>
      </p:sp>
      <p:sp>
        <p:nvSpPr>
          <p:cNvPr id="174" name="Text 133"/>
          <p:cNvSpPr/>
          <p:nvPr/>
        </p:nvSpPr>
        <p:spPr>
          <a:xfrm>
            <a:off x="5251996" y="6157913"/>
            <a:ext cx="5494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spc="3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63" dirty="0"/>
          </a:p>
        </p:txBody>
      </p:sp>
      <p:sp>
        <p:nvSpPr>
          <p:cNvPr id="175" name="Text 134"/>
          <p:cNvSpPr/>
          <p:nvPr/>
        </p:nvSpPr>
        <p:spPr>
          <a:xfrm>
            <a:off x="2809875" y="6438900"/>
            <a:ext cx="168478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154"/>
              </a:lnSpc>
              <a:buNone/>
            </a:pPr>
            <a:r>
              <a:rPr lang="en-US" sz="975" b="1" dirty="0">
                <a:solidFill>
                  <a:srgbClr val="9558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julia&gt; </a:t>
            </a:r>
            <a:pPr algn="l" indent="0" marL="0">
              <a:lnSpc>
                <a:spcPct val="146154"/>
              </a:lnSpc>
              <a:buNone/>
            </a:pPr>
            <a:r>
              <a:rPr lang="en-US" sz="975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include(</a:t>
            </a:r>
            <a:pPr algn="l" indent="0" marL="0">
              <a:lnSpc>
                <a:spcPct val="146154"/>
              </a:lnSpc>
              <a:buNone/>
            </a:pPr>
            <a:r>
              <a:rPr lang="en-US" sz="975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"model.jl"</a:t>
            </a:r>
            <a:pPr algn="l" indent="0" marL="0">
              <a:lnSpc>
                <a:spcPct val="146154"/>
              </a:lnSpc>
              <a:buNone/>
            </a:pPr>
            <a:r>
              <a:rPr lang="en-US" sz="975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75" dirty="0"/>
          </a:p>
        </p:txBody>
      </p:sp>
      <p:sp>
        <p:nvSpPr>
          <p:cNvPr id="176" name="Text 135"/>
          <p:cNvSpPr/>
          <p:nvPr/>
        </p:nvSpPr>
        <p:spPr>
          <a:xfrm>
            <a:off x="2809875" y="6619875"/>
            <a:ext cx="168478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154"/>
              </a:lnSpc>
              <a:buNone/>
            </a:pPr>
            <a:r>
              <a:rPr lang="en-US" sz="975" dirty="0">
                <a:solidFill>
                  <a:srgbClr val="CFD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mean = -0.012437</a:t>
            </a:r>
            <a:endParaRPr lang="en-US" sz="975" dirty="0"/>
          </a:p>
        </p:txBody>
      </p:sp>
      <p:sp>
        <p:nvSpPr>
          <p:cNvPr id="177" name="Text 136"/>
          <p:cNvSpPr/>
          <p:nvPr/>
        </p:nvSpPr>
        <p:spPr>
          <a:xfrm>
            <a:off x="2809875" y="6819900"/>
            <a:ext cx="5220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154"/>
              </a:lnSpc>
              <a:buNone/>
            </a:pPr>
            <a:r>
              <a:rPr lang="en-US" sz="975" b="1" dirty="0">
                <a:solidFill>
                  <a:srgbClr val="389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julia&gt;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2026-06-29T19:06:37Z</dcterms:created>
  <dcterms:modified xsi:type="dcterms:W3CDTF">2026-06-29T19:06:37Z</dcterms:modified>
</cp:coreProperties>
</file>