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1905000"/>
  <p:notesSz cx="190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1905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693" y="0"/>
            <a:ext cx="6111307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2026-06-30T18:41:05Z</dcterms:created>
  <dcterms:modified xsi:type="dcterms:W3CDTF">2026-06-30T18:41:05Z</dcterms:modified>
</cp:coreProperties>
</file>